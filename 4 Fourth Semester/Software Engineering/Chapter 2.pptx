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4" r:id="rId2"/>
    <p:sldId id="276" r:id="rId3"/>
    <p:sldId id="278" r:id="rId4"/>
    <p:sldId id="279" r:id="rId5"/>
    <p:sldId id="280" r:id="rId6"/>
    <p:sldId id="309" r:id="rId7"/>
    <p:sldId id="310" r:id="rId8"/>
    <p:sldId id="281" r:id="rId9"/>
    <p:sldId id="282" r:id="rId10"/>
    <p:sldId id="283" r:id="rId11"/>
    <p:sldId id="284" r:id="rId12"/>
    <p:sldId id="289" r:id="rId13"/>
    <p:sldId id="286" r:id="rId14"/>
    <p:sldId id="287" r:id="rId15"/>
    <p:sldId id="288" r:id="rId16"/>
    <p:sldId id="298" r:id="rId17"/>
    <p:sldId id="290" r:id="rId18"/>
    <p:sldId id="292" r:id="rId19"/>
    <p:sldId id="293" r:id="rId20"/>
    <p:sldId id="294" r:id="rId21"/>
    <p:sldId id="291" r:id="rId22"/>
    <p:sldId id="295" r:id="rId23"/>
    <p:sldId id="402" r:id="rId24"/>
    <p:sldId id="299" r:id="rId25"/>
    <p:sldId id="300" r:id="rId26"/>
    <p:sldId id="301" r:id="rId27"/>
    <p:sldId id="302" r:id="rId28"/>
    <p:sldId id="303" r:id="rId29"/>
    <p:sldId id="304" r:id="rId30"/>
    <p:sldId id="305" r:id="rId31"/>
    <p:sldId id="306" r:id="rId32"/>
    <p:sldId id="307" r:id="rId33"/>
    <p:sldId id="308" r:id="rId34"/>
    <p:sldId id="311" r:id="rId35"/>
    <p:sldId id="312" r:id="rId36"/>
    <p:sldId id="313" r:id="rId37"/>
    <p:sldId id="314" r:id="rId38"/>
    <p:sldId id="315" r:id="rId39"/>
    <p:sldId id="316" r:id="rId40"/>
    <p:sldId id="325" r:id="rId41"/>
    <p:sldId id="317" r:id="rId42"/>
    <p:sldId id="318" r:id="rId43"/>
    <p:sldId id="319" r:id="rId44"/>
    <p:sldId id="320" r:id="rId45"/>
    <p:sldId id="344" r:id="rId46"/>
    <p:sldId id="345" r:id="rId47"/>
    <p:sldId id="346" r:id="rId48"/>
    <p:sldId id="347" r:id="rId49"/>
    <p:sldId id="348" r:id="rId50"/>
    <p:sldId id="349" r:id="rId51"/>
    <p:sldId id="350" r:id="rId52"/>
    <p:sldId id="351" r:id="rId53"/>
    <p:sldId id="352" r:id="rId54"/>
    <p:sldId id="359" r:id="rId55"/>
    <p:sldId id="353" r:id="rId56"/>
    <p:sldId id="354" r:id="rId57"/>
    <p:sldId id="436" r:id="rId58"/>
    <p:sldId id="422" r:id="rId59"/>
    <p:sldId id="423" r:id="rId60"/>
    <p:sldId id="425" r:id="rId61"/>
    <p:sldId id="431" r:id="rId62"/>
    <p:sldId id="430" r:id="rId63"/>
    <p:sldId id="432" r:id="rId64"/>
    <p:sldId id="433" r:id="rId65"/>
    <p:sldId id="426" r:id="rId66"/>
    <p:sldId id="434" r:id="rId67"/>
    <p:sldId id="399" r:id="rId68"/>
    <p:sldId id="397" r:id="rId69"/>
    <p:sldId id="405" r:id="rId70"/>
    <p:sldId id="409" r:id="rId71"/>
    <p:sldId id="412" r:id="rId72"/>
    <p:sldId id="410" r:id="rId73"/>
    <p:sldId id="411" r:id="rId74"/>
    <p:sldId id="414" r:id="rId75"/>
    <p:sldId id="415" r:id="rId76"/>
    <p:sldId id="416" r:id="rId77"/>
    <p:sldId id="417" r:id="rId78"/>
    <p:sldId id="418" r:id="rId79"/>
    <p:sldId id="419" r:id="rId80"/>
    <p:sldId id="420" r:id="rId81"/>
    <p:sldId id="421" r:id="rId8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9E3CC7-8BF8-4ED9-BE80-3FFF29DF9122}" v="793" dt="2021-07-06T09:39:47.366"/>
    <p1510:client id="{4CFF55AC-9E4F-426E-9F96-1719CFB9957B}" v="51" dt="2021-06-24T01:29:32.685"/>
    <p1510:client id="{5906C4FD-E63C-4021-9960-692DB5417FB3}" v="17" dt="2021-06-19T12:31:26.024"/>
    <p1510:client id="{6D9B1822-6F28-4DD3-BBFD-8C30A2E814FF}" v="378" dt="2021-07-03T17:29:11.077"/>
    <p1510:client id="{9B8901EB-4352-4383-985E-FFB410732C6F}" v="10" dt="2021-06-23T12:33:51.407"/>
    <p1510:client id="{DAF4F17A-35B9-4DBF-8FD7-39EFC1F5D4D4}" v="480" dt="2021-06-15T13:18:50.8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55" autoAdjust="0"/>
    <p:restoredTop sz="94660"/>
  </p:normalViewPr>
  <p:slideViewPr>
    <p:cSldViewPr snapToGrid="0">
      <p:cViewPr varScale="1">
        <p:scale>
          <a:sx n="55" d="100"/>
          <a:sy n="55" d="100"/>
        </p:scale>
        <p:origin x="1524" y="36"/>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ita Kuwar" userId="S::abita.kuwar@smc.tu.edu.np::d2545052-3c2a-4039-aee2-6348cf178211" providerId="AD" clId="Web-{9B8901EB-4352-4383-985E-FFB410732C6F}"/>
    <pc:docChg chg="addSld">
      <pc:chgData name="Abita Kuwar" userId="S::abita.kuwar@smc.tu.edu.np::d2545052-3c2a-4039-aee2-6348cf178211" providerId="AD" clId="Web-{9B8901EB-4352-4383-985E-FFB410732C6F}" dt="2021-06-23T12:33:51.407" v="9"/>
      <pc:docMkLst>
        <pc:docMk/>
      </pc:docMkLst>
      <pc:sldChg chg="new">
        <pc:chgData name="Abita Kuwar" userId="S::abita.kuwar@smc.tu.edu.np::d2545052-3c2a-4039-aee2-6348cf178211" providerId="AD" clId="Web-{9B8901EB-4352-4383-985E-FFB410732C6F}" dt="2021-06-23T12:33:44.938" v="0"/>
        <pc:sldMkLst>
          <pc:docMk/>
          <pc:sldMk cId="2326318958" sldId="299"/>
        </pc:sldMkLst>
      </pc:sldChg>
      <pc:sldChg chg="new">
        <pc:chgData name="Abita Kuwar" userId="S::abita.kuwar@smc.tu.edu.np::d2545052-3c2a-4039-aee2-6348cf178211" providerId="AD" clId="Web-{9B8901EB-4352-4383-985E-FFB410732C6F}" dt="2021-06-23T12:33:46.344" v="1"/>
        <pc:sldMkLst>
          <pc:docMk/>
          <pc:sldMk cId="2965107845" sldId="300"/>
        </pc:sldMkLst>
      </pc:sldChg>
      <pc:sldChg chg="new">
        <pc:chgData name="Abita Kuwar" userId="S::abita.kuwar@smc.tu.edu.np::d2545052-3c2a-4039-aee2-6348cf178211" providerId="AD" clId="Web-{9B8901EB-4352-4383-985E-FFB410732C6F}" dt="2021-06-23T12:33:46.703" v="2"/>
        <pc:sldMkLst>
          <pc:docMk/>
          <pc:sldMk cId="3147111252" sldId="301"/>
        </pc:sldMkLst>
      </pc:sldChg>
      <pc:sldChg chg="new">
        <pc:chgData name="Abita Kuwar" userId="S::abita.kuwar@smc.tu.edu.np::d2545052-3c2a-4039-aee2-6348cf178211" providerId="AD" clId="Web-{9B8901EB-4352-4383-985E-FFB410732C6F}" dt="2021-06-23T12:33:47.313" v="3"/>
        <pc:sldMkLst>
          <pc:docMk/>
          <pc:sldMk cId="304171745" sldId="302"/>
        </pc:sldMkLst>
      </pc:sldChg>
      <pc:sldChg chg="new">
        <pc:chgData name="Abita Kuwar" userId="S::abita.kuwar@smc.tu.edu.np::d2545052-3c2a-4039-aee2-6348cf178211" providerId="AD" clId="Web-{9B8901EB-4352-4383-985E-FFB410732C6F}" dt="2021-06-23T12:33:47.329" v="4"/>
        <pc:sldMkLst>
          <pc:docMk/>
          <pc:sldMk cId="657776767" sldId="303"/>
        </pc:sldMkLst>
      </pc:sldChg>
      <pc:sldChg chg="new">
        <pc:chgData name="Abita Kuwar" userId="S::abita.kuwar@smc.tu.edu.np::d2545052-3c2a-4039-aee2-6348cf178211" providerId="AD" clId="Web-{9B8901EB-4352-4383-985E-FFB410732C6F}" dt="2021-06-23T12:33:49.985" v="5"/>
        <pc:sldMkLst>
          <pc:docMk/>
          <pc:sldMk cId="2623556552" sldId="304"/>
        </pc:sldMkLst>
      </pc:sldChg>
      <pc:sldChg chg="new">
        <pc:chgData name="Abita Kuwar" userId="S::abita.kuwar@smc.tu.edu.np::d2545052-3c2a-4039-aee2-6348cf178211" providerId="AD" clId="Web-{9B8901EB-4352-4383-985E-FFB410732C6F}" dt="2021-06-23T12:33:50.016" v="6"/>
        <pc:sldMkLst>
          <pc:docMk/>
          <pc:sldMk cId="4033239056" sldId="305"/>
        </pc:sldMkLst>
      </pc:sldChg>
      <pc:sldChg chg="new">
        <pc:chgData name="Abita Kuwar" userId="S::abita.kuwar@smc.tu.edu.np::d2545052-3c2a-4039-aee2-6348cf178211" providerId="AD" clId="Web-{9B8901EB-4352-4383-985E-FFB410732C6F}" dt="2021-06-23T12:33:50.032" v="7"/>
        <pc:sldMkLst>
          <pc:docMk/>
          <pc:sldMk cId="3936228389" sldId="306"/>
        </pc:sldMkLst>
      </pc:sldChg>
      <pc:sldChg chg="new">
        <pc:chgData name="Abita Kuwar" userId="S::abita.kuwar@smc.tu.edu.np::d2545052-3c2a-4039-aee2-6348cf178211" providerId="AD" clId="Web-{9B8901EB-4352-4383-985E-FFB410732C6F}" dt="2021-06-23T12:33:51.391" v="8"/>
        <pc:sldMkLst>
          <pc:docMk/>
          <pc:sldMk cId="3380127075" sldId="307"/>
        </pc:sldMkLst>
      </pc:sldChg>
      <pc:sldChg chg="new">
        <pc:chgData name="Abita Kuwar" userId="S::abita.kuwar@smc.tu.edu.np::d2545052-3c2a-4039-aee2-6348cf178211" providerId="AD" clId="Web-{9B8901EB-4352-4383-985E-FFB410732C6F}" dt="2021-06-23T12:33:51.407" v="9"/>
        <pc:sldMkLst>
          <pc:docMk/>
          <pc:sldMk cId="1793375108" sldId="308"/>
        </pc:sldMkLst>
      </pc:sldChg>
    </pc:docChg>
  </pc:docChgLst>
  <pc:docChgLst>
    <pc:chgData name="Abita Kuwar" userId="S::abita.kuwar@smc.tu.edu.np::d2545052-3c2a-4039-aee2-6348cf178211" providerId="AD" clId="Web-{499E3CC7-8BF8-4ED9-BE80-3FFF29DF9122}"/>
    <pc:docChg chg="addSld delSld modSld">
      <pc:chgData name="Abita Kuwar" userId="S::abita.kuwar@smc.tu.edu.np::d2545052-3c2a-4039-aee2-6348cf178211" providerId="AD" clId="Web-{499E3CC7-8BF8-4ED9-BE80-3FFF29DF9122}" dt="2021-07-06T09:39:39.272" v="425" actId="20577"/>
      <pc:docMkLst>
        <pc:docMk/>
      </pc:docMkLst>
      <pc:sldChg chg="modSp">
        <pc:chgData name="Abita Kuwar" userId="S::abita.kuwar@smc.tu.edu.np::d2545052-3c2a-4039-aee2-6348cf178211" providerId="AD" clId="Web-{499E3CC7-8BF8-4ED9-BE80-3FFF29DF9122}" dt="2021-07-06T09:39:39.272" v="425" actId="20577"/>
        <pc:sldMkLst>
          <pc:docMk/>
          <pc:sldMk cId="5721288" sldId="323"/>
        </pc:sldMkLst>
        <pc:spChg chg="mod">
          <ac:chgData name="Abita Kuwar" userId="S::abita.kuwar@smc.tu.edu.np::d2545052-3c2a-4039-aee2-6348cf178211" providerId="AD" clId="Web-{499E3CC7-8BF8-4ED9-BE80-3FFF29DF9122}" dt="2021-07-06T09:39:39.272" v="425" actId="20577"/>
          <ac:spMkLst>
            <pc:docMk/>
            <pc:sldMk cId="5721288" sldId="323"/>
            <ac:spMk id="3" creationId="{00000000-0000-0000-0000-000000000000}"/>
          </ac:spMkLst>
        </pc:spChg>
      </pc:sldChg>
      <pc:sldChg chg="modSp new del">
        <pc:chgData name="Abita Kuwar" userId="S::abita.kuwar@smc.tu.edu.np::d2545052-3c2a-4039-aee2-6348cf178211" providerId="AD" clId="Web-{499E3CC7-8BF8-4ED9-BE80-3FFF29DF9122}" dt="2021-07-06T09:00:20.428" v="75"/>
        <pc:sldMkLst>
          <pc:docMk/>
          <pc:sldMk cId="3127041434" sldId="330"/>
        </pc:sldMkLst>
        <pc:spChg chg="mod">
          <ac:chgData name="Abita Kuwar" userId="S::abita.kuwar@smc.tu.edu.np::d2545052-3c2a-4039-aee2-6348cf178211" providerId="AD" clId="Web-{499E3CC7-8BF8-4ED9-BE80-3FFF29DF9122}" dt="2021-07-06T07:25:17.684" v="5" actId="20577"/>
          <ac:spMkLst>
            <pc:docMk/>
            <pc:sldMk cId="3127041434" sldId="330"/>
            <ac:spMk id="2" creationId="{B692832D-DDE8-4C9E-A3B9-29C505D5B02C}"/>
          </ac:spMkLst>
        </pc:spChg>
        <pc:spChg chg="mod">
          <ac:chgData name="Abita Kuwar" userId="S::abita.kuwar@smc.tu.edu.np::d2545052-3c2a-4039-aee2-6348cf178211" providerId="AD" clId="Web-{499E3CC7-8BF8-4ED9-BE80-3FFF29DF9122}" dt="2021-07-06T07:26:13.623" v="50" actId="20577"/>
          <ac:spMkLst>
            <pc:docMk/>
            <pc:sldMk cId="3127041434" sldId="330"/>
            <ac:spMk id="3" creationId="{ECD2BCB4-E8A5-4779-A536-9E57DFE67BFA}"/>
          </ac:spMkLst>
        </pc:spChg>
      </pc:sldChg>
      <pc:sldChg chg="new del">
        <pc:chgData name="Abita Kuwar" userId="S::abita.kuwar@smc.tu.edu.np::d2545052-3c2a-4039-aee2-6348cf178211" providerId="AD" clId="Web-{499E3CC7-8BF8-4ED9-BE80-3FFF29DF9122}" dt="2021-07-06T08:57:51.264" v="52"/>
        <pc:sldMkLst>
          <pc:docMk/>
          <pc:sldMk cId="2013789310" sldId="331"/>
        </pc:sldMkLst>
      </pc:sldChg>
      <pc:sldChg chg="modSp new">
        <pc:chgData name="Abita Kuwar" userId="S::abita.kuwar@smc.tu.edu.np::d2545052-3c2a-4039-aee2-6348cf178211" providerId="AD" clId="Web-{499E3CC7-8BF8-4ED9-BE80-3FFF29DF9122}" dt="2021-07-06T09:00:37.554" v="83" actId="20577"/>
        <pc:sldMkLst>
          <pc:docMk/>
          <pc:sldMk cId="2299356486" sldId="331"/>
        </pc:sldMkLst>
        <pc:spChg chg="mod">
          <ac:chgData name="Abita Kuwar" userId="S::abita.kuwar@smc.tu.edu.np::d2545052-3c2a-4039-aee2-6348cf178211" providerId="AD" clId="Web-{499E3CC7-8BF8-4ED9-BE80-3FFF29DF9122}" dt="2021-07-06T08:58:22.188" v="59" actId="20577"/>
          <ac:spMkLst>
            <pc:docMk/>
            <pc:sldMk cId="2299356486" sldId="331"/>
            <ac:spMk id="2" creationId="{85A0E96A-BFB1-4010-9183-C4D2982E3094}"/>
          </ac:spMkLst>
        </pc:spChg>
        <pc:spChg chg="mod">
          <ac:chgData name="Abita Kuwar" userId="S::abita.kuwar@smc.tu.edu.np::d2545052-3c2a-4039-aee2-6348cf178211" providerId="AD" clId="Web-{499E3CC7-8BF8-4ED9-BE80-3FFF29DF9122}" dt="2021-07-06T09:00:37.554" v="83" actId="20577"/>
          <ac:spMkLst>
            <pc:docMk/>
            <pc:sldMk cId="2299356486" sldId="331"/>
            <ac:spMk id="3" creationId="{F1DBD722-B38C-4915-AD5F-B6047D2E28AF}"/>
          </ac:spMkLst>
        </pc:spChg>
      </pc:sldChg>
      <pc:sldChg chg="addSp delSp modSp new">
        <pc:chgData name="Abita Kuwar" userId="S::abita.kuwar@smc.tu.edu.np::d2545052-3c2a-4039-aee2-6348cf178211" providerId="AD" clId="Web-{499E3CC7-8BF8-4ED9-BE80-3FFF29DF9122}" dt="2021-07-06T09:01:00.867" v="84"/>
        <pc:sldMkLst>
          <pc:docMk/>
          <pc:sldMk cId="3914673712" sldId="332"/>
        </pc:sldMkLst>
        <pc:spChg chg="mod">
          <ac:chgData name="Abita Kuwar" userId="S::abita.kuwar@smc.tu.edu.np::d2545052-3c2a-4039-aee2-6348cf178211" providerId="AD" clId="Web-{499E3CC7-8BF8-4ED9-BE80-3FFF29DF9122}" dt="2021-07-06T08:58:25.282" v="60" actId="20577"/>
          <ac:spMkLst>
            <pc:docMk/>
            <pc:sldMk cId="3914673712" sldId="332"/>
            <ac:spMk id="2" creationId="{824EED8E-2878-46DC-8854-CFEA891E54AB}"/>
          </ac:spMkLst>
        </pc:spChg>
        <pc:spChg chg="del">
          <ac:chgData name="Abita Kuwar" userId="S::abita.kuwar@smc.tu.edu.np::d2545052-3c2a-4039-aee2-6348cf178211" providerId="AD" clId="Web-{499E3CC7-8BF8-4ED9-BE80-3FFF29DF9122}" dt="2021-07-06T09:01:00.867" v="84"/>
          <ac:spMkLst>
            <pc:docMk/>
            <pc:sldMk cId="3914673712" sldId="332"/>
            <ac:spMk id="3" creationId="{713E3FF1-433E-4B5D-93D8-1F5AF1B958B4}"/>
          </ac:spMkLst>
        </pc:spChg>
        <pc:picChg chg="add mod ord">
          <ac:chgData name="Abita Kuwar" userId="S::abita.kuwar@smc.tu.edu.np::d2545052-3c2a-4039-aee2-6348cf178211" providerId="AD" clId="Web-{499E3CC7-8BF8-4ED9-BE80-3FFF29DF9122}" dt="2021-07-06T09:01:00.867" v="84"/>
          <ac:picMkLst>
            <pc:docMk/>
            <pc:sldMk cId="3914673712" sldId="332"/>
            <ac:picMk id="4" creationId="{7F4544C7-CA9C-41A6-807D-AD893B2C13E9}"/>
          </ac:picMkLst>
        </pc:picChg>
      </pc:sldChg>
      <pc:sldChg chg="modSp new">
        <pc:chgData name="Abita Kuwar" userId="S::abita.kuwar@smc.tu.edu.np::d2545052-3c2a-4039-aee2-6348cf178211" providerId="AD" clId="Web-{499E3CC7-8BF8-4ED9-BE80-3FFF29DF9122}" dt="2021-07-06T09:02:29.121" v="95" actId="20577"/>
        <pc:sldMkLst>
          <pc:docMk/>
          <pc:sldMk cId="4263563662" sldId="333"/>
        </pc:sldMkLst>
        <pc:spChg chg="mod">
          <ac:chgData name="Abita Kuwar" userId="S::abita.kuwar@smc.tu.edu.np::d2545052-3c2a-4039-aee2-6348cf178211" providerId="AD" clId="Web-{499E3CC7-8BF8-4ED9-BE80-3FFF29DF9122}" dt="2021-07-06T08:58:28.719" v="61" actId="20577"/>
          <ac:spMkLst>
            <pc:docMk/>
            <pc:sldMk cId="4263563662" sldId="333"/>
            <ac:spMk id="2" creationId="{8A3924D1-4201-4975-AC85-09E319BAE1DF}"/>
          </ac:spMkLst>
        </pc:spChg>
        <pc:spChg chg="mod">
          <ac:chgData name="Abita Kuwar" userId="S::abita.kuwar@smc.tu.edu.np::d2545052-3c2a-4039-aee2-6348cf178211" providerId="AD" clId="Web-{499E3CC7-8BF8-4ED9-BE80-3FFF29DF9122}" dt="2021-07-06T09:02:29.121" v="95" actId="20577"/>
          <ac:spMkLst>
            <pc:docMk/>
            <pc:sldMk cId="4263563662" sldId="333"/>
            <ac:spMk id="3" creationId="{CB3891EE-093B-43A1-BE3D-E4E5AA2E2DC7}"/>
          </ac:spMkLst>
        </pc:spChg>
      </pc:sldChg>
      <pc:sldChg chg="modSp new">
        <pc:chgData name="Abita Kuwar" userId="S::abita.kuwar@smc.tu.edu.np::d2545052-3c2a-4039-aee2-6348cf178211" providerId="AD" clId="Web-{499E3CC7-8BF8-4ED9-BE80-3FFF29DF9122}" dt="2021-07-06T09:03:40.312" v="102" actId="20577"/>
        <pc:sldMkLst>
          <pc:docMk/>
          <pc:sldMk cId="573254679" sldId="334"/>
        </pc:sldMkLst>
        <pc:spChg chg="mod">
          <ac:chgData name="Abita Kuwar" userId="S::abita.kuwar@smc.tu.edu.np::d2545052-3c2a-4039-aee2-6348cf178211" providerId="AD" clId="Web-{499E3CC7-8BF8-4ED9-BE80-3FFF29DF9122}" dt="2021-07-06T08:58:33.705" v="62" actId="20577"/>
          <ac:spMkLst>
            <pc:docMk/>
            <pc:sldMk cId="573254679" sldId="334"/>
            <ac:spMk id="2" creationId="{E5CA349A-3B08-4678-9F67-42F793CE1884}"/>
          </ac:spMkLst>
        </pc:spChg>
        <pc:spChg chg="mod">
          <ac:chgData name="Abita Kuwar" userId="S::abita.kuwar@smc.tu.edu.np::d2545052-3c2a-4039-aee2-6348cf178211" providerId="AD" clId="Web-{499E3CC7-8BF8-4ED9-BE80-3FFF29DF9122}" dt="2021-07-06T09:03:40.312" v="102" actId="20577"/>
          <ac:spMkLst>
            <pc:docMk/>
            <pc:sldMk cId="573254679" sldId="334"/>
            <ac:spMk id="3" creationId="{A5FEF83A-D822-443B-9F45-3AAA21E3F9A3}"/>
          </ac:spMkLst>
        </pc:spChg>
      </pc:sldChg>
      <pc:sldChg chg="modSp new">
        <pc:chgData name="Abita Kuwar" userId="S::abita.kuwar@smc.tu.edu.np::d2545052-3c2a-4039-aee2-6348cf178211" providerId="AD" clId="Web-{499E3CC7-8BF8-4ED9-BE80-3FFF29DF9122}" dt="2021-07-06T09:04:41.143" v="120" actId="20577"/>
        <pc:sldMkLst>
          <pc:docMk/>
          <pc:sldMk cId="1435406275" sldId="335"/>
        </pc:sldMkLst>
        <pc:spChg chg="mod">
          <ac:chgData name="Abita Kuwar" userId="S::abita.kuwar@smc.tu.edu.np::d2545052-3c2a-4039-aee2-6348cf178211" providerId="AD" clId="Web-{499E3CC7-8BF8-4ED9-BE80-3FFF29DF9122}" dt="2021-07-06T09:04:41.143" v="120" actId="20577"/>
          <ac:spMkLst>
            <pc:docMk/>
            <pc:sldMk cId="1435406275" sldId="335"/>
            <ac:spMk id="2" creationId="{CA69DC0A-FB2E-497A-9BA3-2FDC6A47FB56}"/>
          </ac:spMkLst>
        </pc:spChg>
        <pc:spChg chg="mod">
          <ac:chgData name="Abita Kuwar" userId="S::abita.kuwar@smc.tu.edu.np::d2545052-3c2a-4039-aee2-6348cf178211" providerId="AD" clId="Web-{499E3CC7-8BF8-4ED9-BE80-3FFF29DF9122}" dt="2021-07-06T09:03:53.703" v="105" actId="20577"/>
          <ac:spMkLst>
            <pc:docMk/>
            <pc:sldMk cId="1435406275" sldId="335"/>
            <ac:spMk id="3" creationId="{0D9B7C2D-F05E-47F8-ABCC-CF563524BD2F}"/>
          </ac:spMkLst>
        </pc:spChg>
      </pc:sldChg>
      <pc:sldChg chg="modSp new">
        <pc:chgData name="Abita Kuwar" userId="S::abita.kuwar@smc.tu.edu.np::d2545052-3c2a-4039-aee2-6348cf178211" providerId="AD" clId="Web-{499E3CC7-8BF8-4ED9-BE80-3FFF29DF9122}" dt="2021-07-06T09:17:06.523" v="274" actId="20577"/>
        <pc:sldMkLst>
          <pc:docMk/>
          <pc:sldMk cId="650884331" sldId="336"/>
        </pc:sldMkLst>
        <pc:spChg chg="mod">
          <ac:chgData name="Abita Kuwar" userId="S::abita.kuwar@smc.tu.edu.np::d2545052-3c2a-4039-aee2-6348cf178211" providerId="AD" clId="Web-{499E3CC7-8BF8-4ED9-BE80-3FFF29DF9122}" dt="2021-07-06T09:12:37.243" v="168" actId="20577"/>
          <ac:spMkLst>
            <pc:docMk/>
            <pc:sldMk cId="650884331" sldId="336"/>
            <ac:spMk id="2" creationId="{AE805A97-03D9-408B-8B4D-3F280E63D2FB}"/>
          </ac:spMkLst>
        </pc:spChg>
        <pc:spChg chg="mod">
          <ac:chgData name="Abita Kuwar" userId="S::abita.kuwar@smc.tu.edu.np::d2545052-3c2a-4039-aee2-6348cf178211" providerId="AD" clId="Web-{499E3CC7-8BF8-4ED9-BE80-3FFF29DF9122}" dt="2021-07-06T09:17:06.523" v="274" actId="20577"/>
          <ac:spMkLst>
            <pc:docMk/>
            <pc:sldMk cId="650884331" sldId="336"/>
            <ac:spMk id="3" creationId="{362D1675-2ACF-4781-A8BA-7F8C953115FC}"/>
          </ac:spMkLst>
        </pc:spChg>
      </pc:sldChg>
      <pc:sldChg chg="modSp new">
        <pc:chgData name="Abita Kuwar" userId="S::abita.kuwar@smc.tu.edu.np::d2545052-3c2a-4039-aee2-6348cf178211" providerId="AD" clId="Web-{499E3CC7-8BF8-4ED9-BE80-3FFF29DF9122}" dt="2021-07-06T09:17:34.758" v="277" actId="20577"/>
        <pc:sldMkLst>
          <pc:docMk/>
          <pc:sldMk cId="799657894" sldId="337"/>
        </pc:sldMkLst>
        <pc:spChg chg="mod">
          <ac:chgData name="Abita Kuwar" userId="S::abita.kuwar@smc.tu.edu.np::d2545052-3c2a-4039-aee2-6348cf178211" providerId="AD" clId="Web-{499E3CC7-8BF8-4ED9-BE80-3FFF29DF9122}" dt="2021-07-06T09:17:34.758" v="277" actId="20577"/>
          <ac:spMkLst>
            <pc:docMk/>
            <pc:sldMk cId="799657894" sldId="337"/>
            <ac:spMk id="2" creationId="{68C26D4B-E22D-48C3-B5E7-C32053C5DA17}"/>
          </ac:spMkLst>
        </pc:spChg>
        <pc:spChg chg="mod">
          <ac:chgData name="Abita Kuwar" userId="S::abita.kuwar@smc.tu.edu.np::d2545052-3c2a-4039-aee2-6348cf178211" providerId="AD" clId="Web-{499E3CC7-8BF8-4ED9-BE80-3FFF29DF9122}" dt="2021-07-06T09:16:40.286" v="273" actId="20577"/>
          <ac:spMkLst>
            <pc:docMk/>
            <pc:sldMk cId="799657894" sldId="337"/>
            <ac:spMk id="3" creationId="{92234E4A-1AC4-4BD0-A872-DE9FEDE17F9E}"/>
          </ac:spMkLst>
        </pc:spChg>
      </pc:sldChg>
      <pc:sldChg chg="modSp new">
        <pc:chgData name="Abita Kuwar" userId="S::abita.kuwar@smc.tu.edu.np::d2545052-3c2a-4039-aee2-6348cf178211" providerId="AD" clId="Web-{499E3CC7-8BF8-4ED9-BE80-3FFF29DF9122}" dt="2021-07-06T09:16:00.159" v="268" actId="20577"/>
        <pc:sldMkLst>
          <pc:docMk/>
          <pc:sldMk cId="3818002816" sldId="338"/>
        </pc:sldMkLst>
        <pc:spChg chg="mod">
          <ac:chgData name="Abita Kuwar" userId="S::abita.kuwar@smc.tu.edu.np::d2545052-3c2a-4039-aee2-6348cf178211" providerId="AD" clId="Web-{499E3CC7-8BF8-4ED9-BE80-3FFF29DF9122}" dt="2021-07-06T09:08:53.467" v="150" actId="20577"/>
          <ac:spMkLst>
            <pc:docMk/>
            <pc:sldMk cId="3818002816" sldId="338"/>
            <ac:spMk id="2" creationId="{421F51B0-1CE2-49DB-90AB-20C1481ABBDE}"/>
          </ac:spMkLst>
        </pc:spChg>
        <pc:spChg chg="mod">
          <ac:chgData name="Abita Kuwar" userId="S::abita.kuwar@smc.tu.edu.np::d2545052-3c2a-4039-aee2-6348cf178211" providerId="AD" clId="Web-{499E3CC7-8BF8-4ED9-BE80-3FFF29DF9122}" dt="2021-07-06T09:16:00.159" v="268" actId="20577"/>
          <ac:spMkLst>
            <pc:docMk/>
            <pc:sldMk cId="3818002816" sldId="338"/>
            <ac:spMk id="3" creationId="{24DC00A9-DE5C-4559-B4D5-AF22D3779D70}"/>
          </ac:spMkLst>
        </pc:spChg>
      </pc:sldChg>
      <pc:sldChg chg="modSp new">
        <pc:chgData name="Abita Kuwar" userId="S::abita.kuwar@smc.tu.edu.np::d2545052-3c2a-4039-aee2-6348cf178211" providerId="AD" clId="Web-{499E3CC7-8BF8-4ED9-BE80-3FFF29DF9122}" dt="2021-07-06T09:06:30.164" v="128" actId="20577"/>
        <pc:sldMkLst>
          <pc:docMk/>
          <pc:sldMk cId="2234921503" sldId="339"/>
        </pc:sldMkLst>
        <pc:spChg chg="mod">
          <ac:chgData name="Abita Kuwar" userId="S::abita.kuwar@smc.tu.edu.np::d2545052-3c2a-4039-aee2-6348cf178211" providerId="AD" clId="Web-{499E3CC7-8BF8-4ED9-BE80-3FFF29DF9122}" dt="2021-07-06T09:05:07.816" v="123" actId="20577"/>
          <ac:spMkLst>
            <pc:docMk/>
            <pc:sldMk cId="2234921503" sldId="339"/>
            <ac:spMk id="2" creationId="{2F5DED8C-8D02-4EB7-AC7D-A62B2DFCF928}"/>
          </ac:spMkLst>
        </pc:spChg>
        <pc:spChg chg="mod">
          <ac:chgData name="Abita Kuwar" userId="S::abita.kuwar@smc.tu.edu.np::d2545052-3c2a-4039-aee2-6348cf178211" providerId="AD" clId="Web-{499E3CC7-8BF8-4ED9-BE80-3FFF29DF9122}" dt="2021-07-06T09:06:30.164" v="128" actId="20577"/>
          <ac:spMkLst>
            <pc:docMk/>
            <pc:sldMk cId="2234921503" sldId="339"/>
            <ac:spMk id="3" creationId="{A69970AD-4689-4870-AA60-ED3F3258881F}"/>
          </ac:spMkLst>
        </pc:spChg>
      </pc:sldChg>
      <pc:sldChg chg="modSp new">
        <pc:chgData name="Abita Kuwar" userId="S::abita.kuwar@smc.tu.edu.np::d2545052-3c2a-4039-aee2-6348cf178211" providerId="AD" clId="Web-{499E3CC7-8BF8-4ED9-BE80-3FFF29DF9122}" dt="2021-07-06T09:27:19.769" v="327" actId="20577"/>
        <pc:sldMkLst>
          <pc:docMk/>
          <pc:sldMk cId="310758482" sldId="340"/>
        </pc:sldMkLst>
        <pc:spChg chg="mod">
          <ac:chgData name="Abita Kuwar" userId="S::abita.kuwar@smc.tu.edu.np::d2545052-3c2a-4039-aee2-6348cf178211" providerId="AD" clId="Web-{499E3CC7-8BF8-4ED9-BE80-3FFF29DF9122}" dt="2021-07-06T09:18:33.635" v="289" actId="20577"/>
          <ac:spMkLst>
            <pc:docMk/>
            <pc:sldMk cId="310758482" sldId="340"/>
            <ac:spMk id="2" creationId="{A39413A1-A575-4014-9D8A-B53B7DAB80FB}"/>
          </ac:spMkLst>
        </pc:spChg>
        <pc:spChg chg="mod">
          <ac:chgData name="Abita Kuwar" userId="S::abita.kuwar@smc.tu.edu.np::d2545052-3c2a-4039-aee2-6348cf178211" providerId="AD" clId="Web-{499E3CC7-8BF8-4ED9-BE80-3FFF29DF9122}" dt="2021-07-06T09:27:19.769" v="327" actId="20577"/>
          <ac:spMkLst>
            <pc:docMk/>
            <pc:sldMk cId="310758482" sldId="340"/>
            <ac:spMk id="3" creationId="{30F4E816-81CE-4D47-BBD2-96E45EC42B82}"/>
          </ac:spMkLst>
        </pc:spChg>
      </pc:sldChg>
      <pc:sldChg chg="modSp new">
        <pc:chgData name="Abita Kuwar" userId="S::abita.kuwar@smc.tu.edu.np::d2545052-3c2a-4039-aee2-6348cf178211" providerId="AD" clId="Web-{499E3CC7-8BF8-4ED9-BE80-3FFF29DF9122}" dt="2021-07-06T09:32:14.439" v="389" actId="20577"/>
        <pc:sldMkLst>
          <pc:docMk/>
          <pc:sldMk cId="1139693261" sldId="341"/>
        </pc:sldMkLst>
        <pc:spChg chg="mod">
          <ac:chgData name="Abita Kuwar" userId="S::abita.kuwar@smc.tu.edu.np::d2545052-3c2a-4039-aee2-6348cf178211" providerId="AD" clId="Web-{499E3CC7-8BF8-4ED9-BE80-3FFF29DF9122}" dt="2021-07-06T09:19:34.169" v="296" actId="20577"/>
          <ac:spMkLst>
            <pc:docMk/>
            <pc:sldMk cId="1139693261" sldId="341"/>
            <ac:spMk id="2" creationId="{6A3D4567-39D5-4AD2-BFF1-551DA637240F}"/>
          </ac:spMkLst>
        </pc:spChg>
        <pc:spChg chg="mod">
          <ac:chgData name="Abita Kuwar" userId="S::abita.kuwar@smc.tu.edu.np::d2545052-3c2a-4039-aee2-6348cf178211" providerId="AD" clId="Web-{499E3CC7-8BF8-4ED9-BE80-3FFF29DF9122}" dt="2021-07-06T09:32:14.439" v="389" actId="20577"/>
          <ac:spMkLst>
            <pc:docMk/>
            <pc:sldMk cId="1139693261" sldId="341"/>
            <ac:spMk id="3" creationId="{A23C0642-0253-4903-8312-67872BAD07D8}"/>
          </ac:spMkLst>
        </pc:spChg>
      </pc:sldChg>
      <pc:sldChg chg="modSp new">
        <pc:chgData name="Abita Kuwar" userId="S::abita.kuwar@smc.tu.edu.np::d2545052-3c2a-4039-aee2-6348cf178211" providerId="AD" clId="Web-{499E3CC7-8BF8-4ED9-BE80-3FFF29DF9122}" dt="2021-07-06T09:38:02.737" v="423" actId="20577"/>
        <pc:sldMkLst>
          <pc:docMk/>
          <pc:sldMk cId="2172677651" sldId="342"/>
        </pc:sldMkLst>
        <pc:spChg chg="mod">
          <ac:chgData name="Abita Kuwar" userId="S::abita.kuwar@smc.tu.edu.np::d2545052-3c2a-4039-aee2-6348cf178211" providerId="AD" clId="Web-{499E3CC7-8BF8-4ED9-BE80-3FFF29DF9122}" dt="2021-07-06T09:36:45.905" v="397" actId="20577"/>
          <ac:spMkLst>
            <pc:docMk/>
            <pc:sldMk cId="2172677651" sldId="342"/>
            <ac:spMk id="2" creationId="{AE61DC33-381D-449C-A965-7D4AB24EFEC8}"/>
          </ac:spMkLst>
        </pc:spChg>
        <pc:spChg chg="mod">
          <ac:chgData name="Abita Kuwar" userId="S::abita.kuwar@smc.tu.edu.np::d2545052-3c2a-4039-aee2-6348cf178211" providerId="AD" clId="Web-{499E3CC7-8BF8-4ED9-BE80-3FFF29DF9122}" dt="2021-07-06T09:38:02.737" v="423" actId="20577"/>
          <ac:spMkLst>
            <pc:docMk/>
            <pc:sldMk cId="2172677651" sldId="342"/>
            <ac:spMk id="3" creationId="{66F8B15E-FDF1-4812-957E-B1D582A256C8}"/>
          </ac:spMkLst>
        </pc:spChg>
      </pc:sldChg>
      <pc:sldChg chg="modSp new">
        <pc:chgData name="Abita Kuwar" userId="S::abita.kuwar@smc.tu.edu.np::d2545052-3c2a-4039-aee2-6348cf178211" providerId="AD" clId="Web-{499E3CC7-8BF8-4ED9-BE80-3FFF29DF9122}" dt="2021-07-06T09:38:40.879" v="424" actId="20577"/>
        <pc:sldMkLst>
          <pc:docMk/>
          <pc:sldMk cId="478813954" sldId="343"/>
        </pc:sldMkLst>
        <pc:spChg chg="mod">
          <ac:chgData name="Abita Kuwar" userId="S::abita.kuwar@smc.tu.edu.np::d2545052-3c2a-4039-aee2-6348cf178211" providerId="AD" clId="Web-{499E3CC7-8BF8-4ED9-BE80-3FFF29DF9122}" dt="2021-07-06T09:36:59.374" v="406" actId="20577"/>
          <ac:spMkLst>
            <pc:docMk/>
            <pc:sldMk cId="478813954" sldId="343"/>
            <ac:spMk id="2" creationId="{488CA99D-5940-4556-8301-E3828D0107C1}"/>
          </ac:spMkLst>
        </pc:spChg>
        <pc:spChg chg="mod">
          <ac:chgData name="Abita Kuwar" userId="S::abita.kuwar@smc.tu.edu.np::d2545052-3c2a-4039-aee2-6348cf178211" providerId="AD" clId="Web-{499E3CC7-8BF8-4ED9-BE80-3FFF29DF9122}" dt="2021-07-06T09:38:40.879" v="424" actId="20577"/>
          <ac:spMkLst>
            <pc:docMk/>
            <pc:sldMk cId="478813954" sldId="343"/>
            <ac:spMk id="3" creationId="{F73DB7E1-9ED2-42F0-9A9B-02E38A5D3DB2}"/>
          </ac:spMkLst>
        </pc:spChg>
      </pc:sldChg>
    </pc:docChg>
  </pc:docChgLst>
  <pc:docChgLst>
    <pc:chgData name="Abita Kuwar" userId="S::abita.kuwar@smc.tu.edu.np::d2545052-3c2a-4039-aee2-6348cf178211" providerId="AD" clId="Web-{6D9B1822-6F28-4DD3-BBFD-8C30A2E814FF}"/>
    <pc:docChg chg="addSld modSld">
      <pc:chgData name="Abita Kuwar" userId="S::abita.kuwar@smc.tu.edu.np::d2545052-3c2a-4039-aee2-6348cf178211" providerId="AD" clId="Web-{6D9B1822-6F28-4DD3-BBFD-8C30A2E814FF}" dt="2021-07-03T17:29:11.077" v="192" actId="20577"/>
      <pc:docMkLst>
        <pc:docMk/>
      </pc:docMkLst>
      <pc:sldChg chg="modSp">
        <pc:chgData name="Abita Kuwar" userId="S::abita.kuwar@smc.tu.edu.np::d2545052-3c2a-4039-aee2-6348cf178211" providerId="AD" clId="Web-{6D9B1822-6F28-4DD3-BBFD-8C30A2E814FF}" dt="2021-07-03T17:03:09.400" v="132" actId="20577"/>
        <pc:sldMkLst>
          <pc:docMk/>
          <pc:sldMk cId="3147111252" sldId="301"/>
        </pc:sldMkLst>
        <pc:spChg chg="mod">
          <ac:chgData name="Abita Kuwar" userId="S::abita.kuwar@smc.tu.edu.np::d2545052-3c2a-4039-aee2-6348cf178211" providerId="AD" clId="Web-{6D9B1822-6F28-4DD3-BBFD-8C30A2E814FF}" dt="2021-07-03T17:03:09.400" v="132" actId="20577"/>
          <ac:spMkLst>
            <pc:docMk/>
            <pc:sldMk cId="3147111252" sldId="301"/>
            <ac:spMk id="3" creationId="{9B7DD1BD-31E0-4A89-8072-688958294042}"/>
          </ac:spMkLst>
        </pc:spChg>
      </pc:sldChg>
      <pc:sldChg chg="modSp new">
        <pc:chgData name="Abita Kuwar" userId="S::abita.kuwar@smc.tu.edu.np::d2545052-3c2a-4039-aee2-6348cf178211" providerId="AD" clId="Web-{6D9B1822-6F28-4DD3-BBFD-8C30A2E814FF}" dt="2021-07-03T17:21:26.613" v="157" actId="20577"/>
        <pc:sldMkLst>
          <pc:docMk/>
          <pc:sldMk cId="3471087203" sldId="326"/>
        </pc:sldMkLst>
        <pc:spChg chg="mod">
          <ac:chgData name="Abita Kuwar" userId="S::abita.kuwar@smc.tu.edu.np::d2545052-3c2a-4039-aee2-6348cf178211" providerId="AD" clId="Web-{6D9B1822-6F28-4DD3-BBFD-8C30A2E814FF}" dt="2021-07-03T17:05:22.532" v="149" actId="20577"/>
          <ac:spMkLst>
            <pc:docMk/>
            <pc:sldMk cId="3471087203" sldId="326"/>
            <ac:spMk id="2" creationId="{674DF256-F67B-44BA-B517-493D64C9084C}"/>
          </ac:spMkLst>
        </pc:spChg>
        <pc:spChg chg="mod">
          <ac:chgData name="Abita Kuwar" userId="S::abita.kuwar@smc.tu.edu.np::d2545052-3c2a-4039-aee2-6348cf178211" providerId="AD" clId="Web-{6D9B1822-6F28-4DD3-BBFD-8C30A2E814FF}" dt="2021-07-03T17:21:26.613" v="157" actId="20577"/>
          <ac:spMkLst>
            <pc:docMk/>
            <pc:sldMk cId="3471087203" sldId="326"/>
            <ac:spMk id="3" creationId="{5EA0A272-2E98-4FB1-8604-B4A5EE6FDB1F}"/>
          </ac:spMkLst>
        </pc:spChg>
      </pc:sldChg>
      <pc:sldChg chg="addSp delSp modSp new mod setBg">
        <pc:chgData name="Abita Kuwar" userId="S::abita.kuwar@smc.tu.edu.np::d2545052-3c2a-4039-aee2-6348cf178211" providerId="AD" clId="Web-{6D9B1822-6F28-4DD3-BBFD-8C30A2E814FF}" dt="2021-07-03T17:24:42.328" v="167" actId="14100"/>
        <pc:sldMkLst>
          <pc:docMk/>
          <pc:sldMk cId="2937350155" sldId="327"/>
        </pc:sldMkLst>
        <pc:spChg chg="mod ord">
          <ac:chgData name="Abita Kuwar" userId="S::abita.kuwar@smc.tu.edu.np::d2545052-3c2a-4039-aee2-6348cf178211" providerId="AD" clId="Web-{6D9B1822-6F28-4DD3-BBFD-8C30A2E814FF}" dt="2021-07-03T17:24:32.094" v="166"/>
          <ac:spMkLst>
            <pc:docMk/>
            <pc:sldMk cId="2937350155" sldId="327"/>
            <ac:spMk id="2" creationId="{98F8B424-2F5D-4013-A086-17FD48C530B9}"/>
          </ac:spMkLst>
        </pc:spChg>
        <pc:spChg chg="del">
          <ac:chgData name="Abita Kuwar" userId="S::abita.kuwar@smc.tu.edu.np::d2545052-3c2a-4039-aee2-6348cf178211" providerId="AD" clId="Web-{6D9B1822-6F28-4DD3-BBFD-8C30A2E814FF}" dt="2021-07-03T17:24:03.777" v="161"/>
          <ac:spMkLst>
            <pc:docMk/>
            <pc:sldMk cId="2937350155" sldId="327"/>
            <ac:spMk id="3" creationId="{C7F83446-1766-4EED-8E77-52E3C189EB0E}"/>
          </ac:spMkLst>
        </pc:spChg>
        <pc:spChg chg="add del">
          <ac:chgData name="Abita Kuwar" userId="S::abita.kuwar@smc.tu.edu.np::d2545052-3c2a-4039-aee2-6348cf178211" providerId="AD" clId="Web-{6D9B1822-6F28-4DD3-BBFD-8C30A2E814FF}" dt="2021-07-03T17:24:32.094" v="165"/>
          <ac:spMkLst>
            <pc:docMk/>
            <pc:sldMk cId="2937350155" sldId="327"/>
            <ac:spMk id="6" creationId="{D4771268-CB57-404A-9271-370EB28F6090}"/>
          </ac:spMkLst>
        </pc:spChg>
        <pc:spChg chg="add">
          <ac:chgData name="Abita Kuwar" userId="S::abita.kuwar@smc.tu.edu.np::d2545052-3c2a-4039-aee2-6348cf178211" providerId="AD" clId="Web-{6D9B1822-6F28-4DD3-BBFD-8C30A2E814FF}" dt="2021-07-03T17:24:32.094" v="166"/>
          <ac:spMkLst>
            <pc:docMk/>
            <pc:sldMk cId="2937350155" sldId="327"/>
            <ac:spMk id="7" creationId="{37C89E4B-3C9F-44B9-8B86-D9E3D112D8EC}"/>
          </ac:spMkLst>
        </pc:spChg>
        <pc:spChg chg="add del">
          <ac:chgData name="Abita Kuwar" userId="S::abita.kuwar@smc.tu.edu.np::d2545052-3c2a-4039-aee2-6348cf178211" providerId="AD" clId="Web-{6D9B1822-6F28-4DD3-BBFD-8C30A2E814FF}" dt="2021-07-03T17:24:21.484" v="163"/>
          <ac:spMkLst>
            <pc:docMk/>
            <pc:sldMk cId="2937350155" sldId="327"/>
            <ac:spMk id="9" creationId="{37C89E4B-3C9F-44B9-8B86-D9E3D112D8EC}"/>
          </ac:spMkLst>
        </pc:spChg>
        <pc:picChg chg="add mod ord">
          <ac:chgData name="Abita Kuwar" userId="S::abita.kuwar@smc.tu.edu.np::d2545052-3c2a-4039-aee2-6348cf178211" providerId="AD" clId="Web-{6D9B1822-6F28-4DD3-BBFD-8C30A2E814FF}" dt="2021-07-03T17:24:42.328" v="167" actId="14100"/>
          <ac:picMkLst>
            <pc:docMk/>
            <pc:sldMk cId="2937350155" sldId="327"/>
            <ac:picMk id="4" creationId="{FDBCA0AB-5E68-45DB-A81C-758CF03C1053}"/>
          </ac:picMkLst>
        </pc:picChg>
        <pc:cxnChg chg="add">
          <ac:chgData name="Abita Kuwar" userId="S::abita.kuwar@smc.tu.edu.np::d2545052-3c2a-4039-aee2-6348cf178211" providerId="AD" clId="Web-{6D9B1822-6F28-4DD3-BBFD-8C30A2E814FF}" dt="2021-07-03T17:24:32.094" v="166"/>
          <ac:cxnSpMkLst>
            <pc:docMk/>
            <pc:sldMk cId="2937350155" sldId="327"/>
            <ac:cxnSpMk id="8" creationId="{AA2EAA10-076F-46BD-8F0F-B9A2FB77A85C}"/>
          </ac:cxnSpMkLst>
        </pc:cxnChg>
        <pc:cxnChg chg="add">
          <ac:chgData name="Abita Kuwar" userId="S::abita.kuwar@smc.tu.edu.np::d2545052-3c2a-4039-aee2-6348cf178211" providerId="AD" clId="Web-{6D9B1822-6F28-4DD3-BBFD-8C30A2E814FF}" dt="2021-07-03T17:24:32.094" v="166"/>
          <ac:cxnSpMkLst>
            <pc:docMk/>
            <pc:sldMk cId="2937350155" sldId="327"/>
            <ac:cxnSpMk id="10" creationId="{D891E407-403B-4764-86C9-33A56D3BCAA3}"/>
          </ac:cxnSpMkLst>
        </pc:cxnChg>
        <pc:cxnChg chg="add del">
          <ac:chgData name="Abita Kuwar" userId="S::abita.kuwar@smc.tu.edu.np::d2545052-3c2a-4039-aee2-6348cf178211" providerId="AD" clId="Web-{6D9B1822-6F28-4DD3-BBFD-8C30A2E814FF}" dt="2021-07-03T17:24:21.484" v="163"/>
          <ac:cxnSpMkLst>
            <pc:docMk/>
            <pc:sldMk cId="2937350155" sldId="327"/>
            <ac:cxnSpMk id="11" creationId="{AA2EAA10-076F-46BD-8F0F-B9A2FB77A85C}"/>
          </ac:cxnSpMkLst>
        </pc:cxnChg>
        <pc:cxnChg chg="add del">
          <ac:chgData name="Abita Kuwar" userId="S::abita.kuwar@smc.tu.edu.np::d2545052-3c2a-4039-aee2-6348cf178211" providerId="AD" clId="Web-{6D9B1822-6F28-4DD3-BBFD-8C30A2E814FF}" dt="2021-07-03T17:24:21.484" v="163"/>
          <ac:cxnSpMkLst>
            <pc:docMk/>
            <pc:sldMk cId="2937350155" sldId="327"/>
            <ac:cxnSpMk id="13" creationId="{D891E407-403B-4764-86C9-33A56D3BCAA3}"/>
          </ac:cxnSpMkLst>
        </pc:cxnChg>
      </pc:sldChg>
      <pc:sldChg chg="addSp delSp modSp new mod setBg">
        <pc:chgData name="Abita Kuwar" userId="S::abita.kuwar@smc.tu.edu.np::d2545052-3c2a-4039-aee2-6348cf178211" providerId="AD" clId="Web-{6D9B1822-6F28-4DD3-BBFD-8C30A2E814FF}" dt="2021-07-03T17:28:33.778" v="189" actId="20577"/>
        <pc:sldMkLst>
          <pc:docMk/>
          <pc:sldMk cId="4175374484" sldId="328"/>
        </pc:sldMkLst>
        <pc:spChg chg="mod">
          <ac:chgData name="Abita Kuwar" userId="S::abita.kuwar@smc.tu.edu.np::d2545052-3c2a-4039-aee2-6348cf178211" providerId="AD" clId="Web-{6D9B1822-6F28-4DD3-BBFD-8C30A2E814FF}" dt="2021-07-03T17:28:15.074" v="187"/>
          <ac:spMkLst>
            <pc:docMk/>
            <pc:sldMk cId="4175374484" sldId="328"/>
            <ac:spMk id="2" creationId="{3E492E20-DDC7-49CD-862C-E2E1B3D80FA4}"/>
          </ac:spMkLst>
        </pc:spChg>
        <pc:spChg chg="add del mod">
          <ac:chgData name="Abita Kuwar" userId="S::abita.kuwar@smc.tu.edu.np::d2545052-3c2a-4039-aee2-6348cf178211" providerId="AD" clId="Web-{6D9B1822-6F28-4DD3-BBFD-8C30A2E814FF}" dt="2021-07-03T17:28:33.778" v="189" actId="20577"/>
          <ac:spMkLst>
            <pc:docMk/>
            <pc:sldMk cId="4175374484" sldId="328"/>
            <ac:spMk id="3" creationId="{56040B8A-D8EA-4D05-8D3E-A0AFA411FF72}"/>
          </ac:spMkLst>
        </pc:spChg>
        <pc:spChg chg="add del">
          <ac:chgData name="Abita Kuwar" userId="S::abita.kuwar@smc.tu.edu.np::d2545052-3c2a-4039-aee2-6348cf178211" providerId="AD" clId="Web-{6D9B1822-6F28-4DD3-BBFD-8C30A2E814FF}" dt="2021-07-03T17:28:06.808" v="185"/>
          <ac:spMkLst>
            <pc:docMk/>
            <pc:sldMk cId="4175374484" sldId="328"/>
            <ac:spMk id="9" creationId="{53B021B3-DE93-4AB7-8A18-CF5F1CED88B8}"/>
          </ac:spMkLst>
        </pc:spChg>
        <pc:spChg chg="add del">
          <ac:chgData name="Abita Kuwar" userId="S::abita.kuwar@smc.tu.edu.np::d2545052-3c2a-4039-aee2-6348cf178211" providerId="AD" clId="Web-{6D9B1822-6F28-4DD3-BBFD-8C30A2E814FF}" dt="2021-07-03T17:28:06.808" v="185"/>
          <ac:spMkLst>
            <pc:docMk/>
            <pc:sldMk cId="4175374484" sldId="328"/>
            <ac:spMk id="11" creationId="{52D502E5-F6B4-4D58-B4AE-FC466FF15EE8}"/>
          </ac:spMkLst>
        </pc:spChg>
        <pc:spChg chg="add del">
          <ac:chgData name="Abita Kuwar" userId="S::abita.kuwar@smc.tu.edu.np::d2545052-3c2a-4039-aee2-6348cf178211" providerId="AD" clId="Web-{6D9B1822-6F28-4DD3-BBFD-8C30A2E814FF}" dt="2021-07-03T17:28:06.808" v="185"/>
          <ac:spMkLst>
            <pc:docMk/>
            <pc:sldMk cId="4175374484" sldId="328"/>
            <ac:spMk id="13" creationId="{9DECDBF4-02B6-4BB4-B65B-B8107AD6A9E8}"/>
          </ac:spMkLst>
        </pc:spChg>
        <pc:graphicFrameChg chg="add del">
          <ac:chgData name="Abita Kuwar" userId="S::abita.kuwar@smc.tu.edu.np::d2545052-3c2a-4039-aee2-6348cf178211" providerId="AD" clId="Web-{6D9B1822-6F28-4DD3-BBFD-8C30A2E814FF}" dt="2021-07-03T17:28:06.808" v="185"/>
          <ac:graphicFrameMkLst>
            <pc:docMk/>
            <pc:sldMk cId="4175374484" sldId="328"/>
            <ac:graphicFrameMk id="5" creationId="{3578DAAD-83D0-4581-88CD-97834E85056B}"/>
          </ac:graphicFrameMkLst>
        </pc:graphicFrameChg>
        <pc:graphicFrameChg chg="add del">
          <ac:chgData name="Abita Kuwar" userId="S::abita.kuwar@smc.tu.edu.np::d2545052-3c2a-4039-aee2-6348cf178211" providerId="AD" clId="Web-{6D9B1822-6F28-4DD3-BBFD-8C30A2E814FF}" dt="2021-07-03T17:28:15.074" v="187"/>
          <ac:graphicFrameMkLst>
            <pc:docMk/>
            <pc:sldMk cId="4175374484" sldId="328"/>
            <ac:graphicFrameMk id="6" creationId="{80EDAB06-A992-404F-A58C-2879F6780A80}"/>
          </ac:graphicFrameMkLst>
        </pc:graphicFrameChg>
      </pc:sldChg>
      <pc:sldChg chg="modSp new">
        <pc:chgData name="Abita Kuwar" userId="S::abita.kuwar@smc.tu.edu.np::d2545052-3c2a-4039-aee2-6348cf178211" providerId="AD" clId="Web-{6D9B1822-6F28-4DD3-BBFD-8C30A2E814FF}" dt="2021-07-03T17:29:11.077" v="192" actId="20577"/>
        <pc:sldMkLst>
          <pc:docMk/>
          <pc:sldMk cId="232870729" sldId="329"/>
        </pc:sldMkLst>
        <pc:spChg chg="mod">
          <ac:chgData name="Abita Kuwar" userId="S::abita.kuwar@smc.tu.edu.np::d2545052-3c2a-4039-aee2-6348cf178211" providerId="AD" clId="Web-{6D9B1822-6F28-4DD3-BBFD-8C30A2E814FF}" dt="2021-07-03T17:25:30.956" v="172" actId="20577"/>
          <ac:spMkLst>
            <pc:docMk/>
            <pc:sldMk cId="232870729" sldId="329"/>
            <ac:spMk id="2" creationId="{36B6B2D9-D834-4086-8F79-949B79DC6E45}"/>
          </ac:spMkLst>
        </pc:spChg>
        <pc:spChg chg="mod">
          <ac:chgData name="Abita Kuwar" userId="S::abita.kuwar@smc.tu.edu.np::d2545052-3c2a-4039-aee2-6348cf178211" providerId="AD" clId="Web-{6D9B1822-6F28-4DD3-BBFD-8C30A2E814FF}" dt="2021-07-03T17:29:11.077" v="192" actId="20577"/>
          <ac:spMkLst>
            <pc:docMk/>
            <pc:sldMk cId="232870729" sldId="329"/>
            <ac:spMk id="3" creationId="{708A035C-7475-4E00-9F4E-23E5EC1EFAF1}"/>
          </ac:spMkLst>
        </pc:spChg>
      </pc:sldChg>
    </pc:docChg>
  </pc:docChgLst>
  <pc:docChgLst>
    <pc:chgData name="Abita Kuwar" userId="S::abita.kuwar@smc.tu.edu.np::d2545052-3c2a-4039-aee2-6348cf178211" providerId="AD" clId="Web-{4CFF55AC-9E4F-426E-9F96-1719CFB9957B}"/>
    <pc:docChg chg="modSld sldOrd">
      <pc:chgData name="Abita Kuwar" userId="S::abita.kuwar@smc.tu.edu.np::d2545052-3c2a-4039-aee2-6348cf178211" providerId="AD" clId="Web-{4CFF55AC-9E4F-426E-9F96-1719CFB9957B}" dt="2021-06-24T01:29:23.309" v="25" actId="20577"/>
      <pc:docMkLst>
        <pc:docMk/>
      </pc:docMkLst>
      <pc:sldChg chg="modSp">
        <pc:chgData name="Abita Kuwar" userId="S::abita.kuwar@smc.tu.edu.np::d2545052-3c2a-4039-aee2-6348cf178211" providerId="AD" clId="Web-{4CFF55AC-9E4F-426E-9F96-1719CFB9957B}" dt="2021-06-24T01:15:33.531" v="15" actId="20577"/>
        <pc:sldMkLst>
          <pc:docMk/>
          <pc:sldMk cId="1737830368" sldId="290"/>
        </pc:sldMkLst>
        <pc:spChg chg="mod">
          <ac:chgData name="Abita Kuwar" userId="S::abita.kuwar@smc.tu.edu.np::d2545052-3c2a-4039-aee2-6348cf178211" providerId="AD" clId="Web-{4CFF55AC-9E4F-426E-9F96-1719CFB9957B}" dt="2021-06-24T01:15:33.531" v="15" actId="20577"/>
          <ac:spMkLst>
            <pc:docMk/>
            <pc:sldMk cId="1737830368" sldId="290"/>
            <ac:spMk id="3" creationId="{D6A8C2C0-26BB-4E1B-9DC1-9BD96DD76C77}"/>
          </ac:spMkLst>
        </pc:spChg>
      </pc:sldChg>
      <pc:sldChg chg="modSp">
        <pc:chgData name="Abita Kuwar" userId="S::abita.kuwar@smc.tu.edu.np::d2545052-3c2a-4039-aee2-6348cf178211" providerId="AD" clId="Web-{4CFF55AC-9E4F-426E-9F96-1719CFB9957B}" dt="2021-06-24T01:29:17.043" v="24" actId="20577"/>
        <pc:sldMkLst>
          <pc:docMk/>
          <pc:sldMk cId="315295106" sldId="291"/>
        </pc:sldMkLst>
        <pc:spChg chg="mod">
          <ac:chgData name="Abita Kuwar" userId="S::abita.kuwar@smc.tu.edu.np::d2545052-3c2a-4039-aee2-6348cf178211" providerId="AD" clId="Web-{4CFF55AC-9E4F-426E-9F96-1719CFB9957B}" dt="2021-06-24T01:29:17.043" v="24" actId="20577"/>
          <ac:spMkLst>
            <pc:docMk/>
            <pc:sldMk cId="315295106" sldId="291"/>
            <ac:spMk id="3" creationId="{B28C8819-B9A1-4BA9-BC9F-CF0FAE87F733}"/>
          </ac:spMkLst>
        </pc:spChg>
      </pc:sldChg>
      <pc:sldChg chg="modSp">
        <pc:chgData name="Abita Kuwar" userId="S::abita.kuwar@smc.tu.edu.np::d2545052-3c2a-4039-aee2-6348cf178211" providerId="AD" clId="Web-{4CFF55AC-9E4F-426E-9F96-1719CFB9957B}" dt="2021-06-24T01:16:38.613" v="19" actId="20577"/>
        <pc:sldMkLst>
          <pc:docMk/>
          <pc:sldMk cId="1353605257" sldId="292"/>
        </pc:sldMkLst>
        <pc:spChg chg="mod">
          <ac:chgData name="Abita Kuwar" userId="S::abita.kuwar@smc.tu.edu.np::d2545052-3c2a-4039-aee2-6348cf178211" providerId="AD" clId="Web-{4CFF55AC-9E4F-426E-9F96-1719CFB9957B}" dt="2021-06-24T01:16:38.613" v="19" actId="20577"/>
          <ac:spMkLst>
            <pc:docMk/>
            <pc:sldMk cId="1353605257" sldId="292"/>
            <ac:spMk id="3" creationId="{0E1519BE-AB0C-433F-9568-F7F1C3DE6D64}"/>
          </ac:spMkLst>
        </pc:spChg>
      </pc:sldChg>
      <pc:sldChg chg="modSp">
        <pc:chgData name="Abita Kuwar" userId="S::abita.kuwar@smc.tu.edu.np::d2545052-3c2a-4039-aee2-6348cf178211" providerId="AD" clId="Web-{4CFF55AC-9E4F-426E-9F96-1719CFB9957B}" dt="2021-06-24T01:16:02.298" v="18" actId="20577"/>
        <pc:sldMkLst>
          <pc:docMk/>
          <pc:sldMk cId="3191697424" sldId="293"/>
        </pc:sldMkLst>
        <pc:spChg chg="mod">
          <ac:chgData name="Abita Kuwar" userId="S::abita.kuwar@smc.tu.edu.np::d2545052-3c2a-4039-aee2-6348cf178211" providerId="AD" clId="Web-{4CFF55AC-9E4F-426E-9F96-1719CFB9957B}" dt="2021-06-24T01:16:02.298" v="18" actId="20577"/>
          <ac:spMkLst>
            <pc:docMk/>
            <pc:sldMk cId="3191697424" sldId="293"/>
            <ac:spMk id="3" creationId="{A1A87C7D-CE00-4B4E-8B41-6853ECF8E7D8}"/>
          </ac:spMkLst>
        </pc:spChg>
      </pc:sldChg>
      <pc:sldChg chg="modSp">
        <pc:chgData name="Abita Kuwar" userId="S::abita.kuwar@smc.tu.edu.np::d2545052-3c2a-4039-aee2-6348cf178211" providerId="AD" clId="Web-{4CFF55AC-9E4F-426E-9F96-1719CFB9957B}" dt="2021-06-24T01:29:23.309" v="25" actId="20577"/>
        <pc:sldMkLst>
          <pc:docMk/>
          <pc:sldMk cId="1952531444" sldId="295"/>
        </pc:sldMkLst>
        <pc:spChg chg="mod">
          <ac:chgData name="Abita Kuwar" userId="S::abita.kuwar@smc.tu.edu.np::d2545052-3c2a-4039-aee2-6348cf178211" providerId="AD" clId="Web-{4CFF55AC-9E4F-426E-9F96-1719CFB9957B}" dt="2021-06-24T01:29:23.309" v="25" actId="20577"/>
          <ac:spMkLst>
            <pc:docMk/>
            <pc:sldMk cId="1952531444" sldId="295"/>
            <ac:spMk id="3" creationId="{DC0F5789-7E38-45F6-BB72-56F8FFDD689E}"/>
          </ac:spMkLst>
        </pc:spChg>
      </pc:sldChg>
      <pc:sldChg chg="ord">
        <pc:chgData name="Abita Kuwar" userId="S::abita.kuwar@smc.tu.edu.np::d2545052-3c2a-4039-aee2-6348cf178211" providerId="AD" clId="Web-{4CFF55AC-9E4F-426E-9F96-1719CFB9957B}" dt="2021-06-24T01:28:55.667" v="22"/>
        <pc:sldMkLst>
          <pc:docMk/>
          <pc:sldMk cId="517481230" sldId="298"/>
        </pc:sldMkLst>
      </pc:sldChg>
    </pc:docChg>
  </pc:docChgLst>
  <pc:docChgLst>
    <pc:chgData name="Abita Kuwar" userId="S::abita.kuwar@smc.tu.edu.np::d2545052-3c2a-4039-aee2-6348cf178211" providerId="AD" clId="Web-{5906C4FD-E63C-4021-9960-692DB5417FB3}"/>
    <pc:docChg chg="delSld modSld">
      <pc:chgData name="Abita Kuwar" userId="S::abita.kuwar@smc.tu.edu.np::d2545052-3c2a-4039-aee2-6348cf178211" providerId="AD" clId="Web-{5906C4FD-E63C-4021-9960-692DB5417FB3}" dt="2021-06-19T12:31:26.024" v="7"/>
      <pc:docMkLst>
        <pc:docMk/>
      </pc:docMkLst>
      <pc:sldChg chg="modSp">
        <pc:chgData name="Abita Kuwar" userId="S::abita.kuwar@smc.tu.edu.np::d2545052-3c2a-4039-aee2-6348cf178211" providerId="AD" clId="Web-{5906C4FD-E63C-4021-9960-692DB5417FB3}" dt="2021-06-19T12:10:29.120" v="1" actId="20577"/>
        <pc:sldMkLst>
          <pc:docMk/>
          <pc:sldMk cId="1277527131" sldId="260"/>
        </pc:sldMkLst>
        <pc:spChg chg="mod">
          <ac:chgData name="Abita Kuwar" userId="S::abita.kuwar@smc.tu.edu.np::d2545052-3c2a-4039-aee2-6348cf178211" providerId="AD" clId="Web-{5906C4FD-E63C-4021-9960-692DB5417FB3}" dt="2021-06-19T12:10:29.120" v="1" actId="20577"/>
          <ac:spMkLst>
            <pc:docMk/>
            <pc:sldMk cId="1277527131" sldId="260"/>
            <ac:spMk id="2" creationId="{00000000-0000-0000-0000-000000000000}"/>
          </ac:spMkLst>
        </pc:spChg>
      </pc:sldChg>
      <pc:sldChg chg="modSp">
        <pc:chgData name="Abita Kuwar" userId="S::abita.kuwar@smc.tu.edu.np::d2545052-3c2a-4039-aee2-6348cf178211" providerId="AD" clId="Web-{5906C4FD-E63C-4021-9960-692DB5417FB3}" dt="2021-06-19T12:10:39.635" v="2" actId="20577"/>
        <pc:sldMkLst>
          <pc:docMk/>
          <pc:sldMk cId="2206740877" sldId="262"/>
        </pc:sldMkLst>
        <pc:spChg chg="mod">
          <ac:chgData name="Abita Kuwar" userId="S::abita.kuwar@smc.tu.edu.np::d2545052-3c2a-4039-aee2-6348cf178211" providerId="AD" clId="Web-{5906C4FD-E63C-4021-9960-692DB5417FB3}" dt="2021-06-19T12:10:39.635" v="2" actId="20577"/>
          <ac:spMkLst>
            <pc:docMk/>
            <pc:sldMk cId="2206740877" sldId="262"/>
            <ac:spMk id="3" creationId="{00000000-0000-0000-0000-000000000000}"/>
          </ac:spMkLst>
        </pc:spChg>
      </pc:sldChg>
      <pc:sldChg chg="modSp">
        <pc:chgData name="Abita Kuwar" userId="S::abita.kuwar@smc.tu.edu.np::d2545052-3c2a-4039-aee2-6348cf178211" providerId="AD" clId="Web-{5906C4FD-E63C-4021-9960-692DB5417FB3}" dt="2021-06-19T12:10:48.917" v="3" actId="20577"/>
        <pc:sldMkLst>
          <pc:docMk/>
          <pc:sldMk cId="3501697262" sldId="263"/>
        </pc:sldMkLst>
        <pc:spChg chg="mod">
          <ac:chgData name="Abita Kuwar" userId="S::abita.kuwar@smc.tu.edu.np::d2545052-3c2a-4039-aee2-6348cf178211" providerId="AD" clId="Web-{5906C4FD-E63C-4021-9960-692DB5417FB3}" dt="2021-06-19T12:10:48.917" v="3" actId="20577"/>
          <ac:spMkLst>
            <pc:docMk/>
            <pc:sldMk cId="3501697262" sldId="263"/>
            <ac:spMk id="3" creationId="{00000000-0000-0000-0000-000000000000}"/>
          </ac:spMkLst>
        </pc:spChg>
      </pc:sldChg>
      <pc:sldChg chg="modSp">
        <pc:chgData name="Abita Kuwar" userId="S::abita.kuwar@smc.tu.edu.np::d2545052-3c2a-4039-aee2-6348cf178211" providerId="AD" clId="Web-{5906C4FD-E63C-4021-9960-692DB5417FB3}" dt="2021-06-19T12:31:00.180" v="5" actId="20577"/>
        <pc:sldMkLst>
          <pc:docMk/>
          <pc:sldMk cId="2834552126" sldId="269"/>
        </pc:sldMkLst>
        <pc:spChg chg="mod">
          <ac:chgData name="Abita Kuwar" userId="S::abita.kuwar@smc.tu.edu.np::d2545052-3c2a-4039-aee2-6348cf178211" providerId="AD" clId="Web-{5906C4FD-E63C-4021-9960-692DB5417FB3}" dt="2021-06-19T12:31:00.180" v="5" actId="20577"/>
          <ac:spMkLst>
            <pc:docMk/>
            <pc:sldMk cId="2834552126" sldId="269"/>
            <ac:spMk id="7" creationId="{00000000-0000-0000-0000-000000000000}"/>
          </ac:spMkLst>
        </pc:spChg>
      </pc:sldChg>
      <pc:sldChg chg="modSp">
        <pc:chgData name="Abita Kuwar" userId="S::abita.kuwar@smc.tu.edu.np::d2545052-3c2a-4039-aee2-6348cf178211" providerId="AD" clId="Web-{5906C4FD-E63C-4021-9960-692DB5417FB3}" dt="2021-06-19T12:15:29.095" v="4" actId="20577"/>
        <pc:sldMkLst>
          <pc:docMk/>
          <pc:sldMk cId="168962136" sldId="272"/>
        </pc:sldMkLst>
        <pc:spChg chg="mod">
          <ac:chgData name="Abita Kuwar" userId="S::abita.kuwar@smc.tu.edu.np::d2545052-3c2a-4039-aee2-6348cf178211" providerId="AD" clId="Web-{5906C4FD-E63C-4021-9960-692DB5417FB3}" dt="2021-06-19T12:15:29.095" v="4" actId="20577"/>
          <ac:spMkLst>
            <pc:docMk/>
            <pc:sldMk cId="168962136" sldId="272"/>
            <ac:spMk id="3" creationId="{00000000-0000-0000-0000-000000000000}"/>
          </ac:spMkLst>
        </pc:spChg>
      </pc:sldChg>
      <pc:sldChg chg="del">
        <pc:chgData name="Abita Kuwar" userId="S::abita.kuwar@smc.tu.edu.np::d2545052-3c2a-4039-aee2-6348cf178211" providerId="AD" clId="Web-{5906C4FD-E63C-4021-9960-692DB5417FB3}" dt="2021-06-19T12:31:21.383" v="6"/>
        <pc:sldMkLst>
          <pc:docMk/>
          <pc:sldMk cId="2344131086" sldId="296"/>
        </pc:sldMkLst>
      </pc:sldChg>
      <pc:sldChg chg="del">
        <pc:chgData name="Abita Kuwar" userId="S::abita.kuwar@smc.tu.edu.np::d2545052-3c2a-4039-aee2-6348cf178211" providerId="AD" clId="Web-{5906C4FD-E63C-4021-9960-692DB5417FB3}" dt="2021-06-19T12:31:26.024" v="7"/>
        <pc:sldMkLst>
          <pc:docMk/>
          <pc:sldMk cId="3808440583" sldId="297"/>
        </pc:sldMkLst>
      </pc:sldChg>
    </pc:docChg>
  </pc:docChgLst>
  <pc:docChgLst>
    <pc:chgData name="Abita Kuwar" userId="S::abita.kuwar@smc.tu.edu.np::d2545052-3c2a-4039-aee2-6348cf178211" providerId="AD" clId="Web-{DAF4F17A-35B9-4DBF-8FD7-39EFC1F5D4D4}"/>
    <pc:docChg chg="addSld modSld">
      <pc:chgData name="Abita Kuwar" userId="S::abita.kuwar@smc.tu.edu.np::d2545052-3c2a-4039-aee2-6348cf178211" providerId="AD" clId="Web-{DAF4F17A-35B9-4DBF-8FD7-39EFC1F5D4D4}" dt="2021-06-15T13:18:50.899" v="301" actId="20577"/>
      <pc:docMkLst>
        <pc:docMk/>
      </pc:docMkLst>
      <pc:sldChg chg="modSp">
        <pc:chgData name="Abita Kuwar" userId="S::abita.kuwar@smc.tu.edu.np::d2545052-3c2a-4039-aee2-6348cf178211" providerId="AD" clId="Web-{DAF4F17A-35B9-4DBF-8FD7-39EFC1F5D4D4}" dt="2021-06-15T12:53:12.336" v="4" actId="20577"/>
        <pc:sldMkLst>
          <pc:docMk/>
          <pc:sldMk cId="2918716248" sldId="264"/>
        </pc:sldMkLst>
        <pc:spChg chg="mod">
          <ac:chgData name="Abita Kuwar" userId="S::abita.kuwar@smc.tu.edu.np::d2545052-3c2a-4039-aee2-6348cf178211" providerId="AD" clId="Web-{DAF4F17A-35B9-4DBF-8FD7-39EFC1F5D4D4}" dt="2021-06-15T12:53:12.336" v="4" actId="20577"/>
          <ac:spMkLst>
            <pc:docMk/>
            <pc:sldMk cId="2918716248" sldId="264"/>
            <ac:spMk id="3" creationId="{00000000-0000-0000-0000-000000000000}"/>
          </ac:spMkLst>
        </pc:spChg>
      </pc:sldChg>
      <pc:sldChg chg="modSp">
        <pc:chgData name="Abita Kuwar" userId="S::abita.kuwar@smc.tu.edu.np::d2545052-3c2a-4039-aee2-6348cf178211" providerId="AD" clId="Web-{DAF4F17A-35B9-4DBF-8FD7-39EFC1F5D4D4}" dt="2021-06-15T12:53:20.898" v="6" actId="20577"/>
        <pc:sldMkLst>
          <pc:docMk/>
          <pc:sldMk cId="3534553647" sldId="266"/>
        </pc:sldMkLst>
        <pc:spChg chg="mod">
          <ac:chgData name="Abita Kuwar" userId="S::abita.kuwar@smc.tu.edu.np::d2545052-3c2a-4039-aee2-6348cf178211" providerId="AD" clId="Web-{DAF4F17A-35B9-4DBF-8FD7-39EFC1F5D4D4}" dt="2021-06-15T12:53:20.898" v="6" actId="20577"/>
          <ac:spMkLst>
            <pc:docMk/>
            <pc:sldMk cId="3534553647" sldId="266"/>
            <ac:spMk id="3" creationId="{00000000-0000-0000-0000-000000000000}"/>
          </ac:spMkLst>
        </pc:spChg>
      </pc:sldChg>
      <pc:sldChg chg="modSp">
        <pc:chgData name="Abita Kuwar" userId="S::abita.kuwar@smc.tu.edu.np::d2545052-3c2a-4039-aee2-6348cf178211" providerId="AD" clId="Web-{DAF4F17A-35B9-4DBF-8FD7-39EFC1F5D4D4}" dt="2021-06-15T12:53:57.432" v="16" actId="20577"/>
        <pc:sldMkLst>
          <pc:docMk/>
          <pc:sldMk cId="3982881687" sldId="267"/>
        </pc:sldMkLst>
        <pc:spChg chg="mod">
          <ac:chgData name="Abita Kuwar" userId="S::abita.kuwar@smc.tu.edu.np::d2545052-3c2a-4039-aee2-6348cf178211" providerId="AD" clId="Web-{DAF4F17A-35B9-4DBF-8FD7-39EFC1F5D4D4}" dt="2021-06-15T12:53:57.432" v="16" actId="20577"/>
          <ac:spMkLst>
            <pc:docMk/>
            <pc:sldMk cId="3982881687" sldId="267"/>
            <ac:spMk id="3" creationId="{00000000-0000-0000-0000-000000000000}"/>
          </ac:spMkLst>
        </pc:spChg>
      </pc:sldChg>
      <pc:sldChg chg="modSp">
        <pc:chgData name="Abita Kuwar" userId="S::abita.kuwar@smc.tu.edu.np::d2545052-3c2a-4039-aee2-6348cf178211" providerId="AD" clId="Web-{DAF4F17A-35B9-4DBF-8FD7-39EFC1F5D4D4}" dt="2021-06-15T12:54:44.480" v="28" actId="20577"/>
        <pc:sldMkLst>
          <pc:docMk/>
          <pc:sldMk cId="3678575322" sldId="268"/>
        </pc:sldMkLst>
        <pc:spChg chg="mod">
          <ac:chgData name="Abita Kuwar" userId="S::abita.kuwar@smc.tu.edu.np::d2545052-3c2a-4039-aee2-6348cf178211" providerId="AD" clId="Web-{DAF4F17A-35B9-4DBF-8FD7-39EFC1F5D4D4}" dt="2021-06-15T12:54:44.480" v="28" actId="20577"/>
          <ac:spMkLst>
            <pc:docMk/>
            <pc:sldMk cId="3678575322" sldId="268"/>
            <ac:spMk id="3" creationId="{00000000-0000-0000-0000-000000000000}"/>
          </ac:spMkLst>
        </pc:spChg>
      </pc:sldChg>
      <pc:sldChg chg="modSp">
        <pc:chgData name="Abita Kuwar" userId="S::abita.kuwar@smc.tu.edu.np::d2545052-3c2a-4039-aee2-6348cf178211" providerId="AD" clId="Web-{DAF4F17A-35B9-4DBF-8FD7-39EFC1F5D4D4}" dt="2021-06-15T12:55:36.965" v="32" actId="20577"/>
        <pc:sldMkLst>
          <pc:docMk/>
          <pc:sldMk cId="2834552126" sldId="269"/>
        </pc:sldMkLst>
        <pc:spChg chg="mod">
          <ac:chgData name="Abita Kuwar" userId="S::abita.kuwar@smc.tu.edu.np::d2545052-3c2a-4039-aee2-6348cf178211" providerId="AD" clId="Web-{DAF4F17A-35B9-4DBF-8FD7-39EFC1F5D4D4}" dt="2021-06-15T12:55:36.965" v="32" actId="20577"/>
          <ac:spMkLst>
            <pc:docMk/>
            <pc:sldMk cId="2834552126" sldId="269"/>
            <ac:spMk id="7" creationId="{00000000-0000-0000-0000-000000000000}"/>
          </ac:spMkLst>
        </pc:spChg>
      </pc:sldChg>
      <pc:sldChg chg="modSp">
        <pc:chgData name="Abita Kuwar" userId="S::abita.kuwar@smc.tu.edu.np::d2545052-3c2a-4039-aee2-6348cf178211" providerId="AD" clId="Web-{DAF4F17A-35B9-4DBF-8FD7-39EFC1F5D4D4}" dt="2021-06-15T12:56:21.935" v="50"/>
        <pc:sldMkLst>
          <pc:docMk/>
          <pc:sldMk cId="1193260077" sldId="270"/>
        </pc:sldMkLst>
        <pc:graphicFrameChg chg="mod modGraphic">
          <ac:chgData name="Abita Kuwar" userId="S::abita.kuwar@smc.tu.edu.np::d2545052-3c2a-4039-aee2-6348cf178211" providerId="AD" clId="Web-{DAF4F17A-35B9-4DBF-8FD7-39EFC1F5D4D4}" dt="2021-06-15T12:56:21.935" v="50"/>
          <ac:graphicFrameMkLst>
            <pc:docMk/>
            <pc:sldMk cId="1193260077" sldId="270"/>
            <ac:graphicFrameMk id="6" creationId="{00000000-0000-0000-0000-000000000000}"/>
          </ac:graphicFrameMkLst>
        </pc:graphicFrameChg>
      </pc:sldChg>
      <pc:sldChg chg="modSp">
        <pc:chgData name="Abita Kuwar" userId="S::abita.kuwar@smc.tu.edu.np::d2545052-3c2a-4039-aee2-6348cf178211" providerId="AD" clId="Web-{DAF4F17A-35B9-4DBF-8FD7-39EFC1F5D4D4}" dt="2021-06-15T12:55:56.231" v="41"/>
        <pc:sldMkLst>
          <pc:docMk/>
          <pc:sldMk cId="378611405" sldId="273"/>
        </pc:sldMkLst>
        <pc:graphicFrameChg chg="mod modGraphic">
          <ac:chgData name="Abita Kuwar" userId="S::abita.kuwar@smc.tu.edu.np::d2545052-3c2a-4039-aee2-6348cf178211" providerId="AD" clId="Web-{DAF4F17A-35B9-4DBF-8FD7-39EFC1F5D4D4}" dt="2021-06-15T12:55:56.231" v="41"/>
          <ac:graphicFrameMkLst>
            <pc:docMk/>
            <pc:sldMk cId="378611405" sldId="273"/>
            <ac:graphicFrameMk id="4" creationId="{00000000-0000-0000-0000-000000000000}"/>
          </ac:graphicFrameMkLst>
        </pc:graphicFrameChg>
      </pc:sldChg>
      <pc:sldChg chg="modSp">
        <pc:chgData name="Abita Kuwar" userId="S::abita.kuwar@smc.tu.edu.np::d2545052-3c2a-4039-aee2-6348cf178211" providerId="AD" clId="Web-{DAF4F17A-35B9-4DBF-8FD7-39EFC1F5D4D4}" dt="2021-06-15T12:56:32.216" v="55"/>
        <pc:sldMkLst>
          <pc:docMk/>
          <pc:sldMk cId="2297838818" sldId="274"/>
        </pc:sldMkLst>
        <pc:graphicFrameChg chg="mod modGraphic">
          <ac:chgData name="Abita Kuwar" userId="S::abita.kuwar@smc.tu.edu.np::d2545052-3c2a-4039-aee2-6348cf178211" providerId="AD" clId="Web-{DAF4F17A-35B9-4DBF-8FD7-39EFC1F5D4D4}" dt="2021-06-15T12:56:32.216" v="55"/>
          <ac:graphicFrameMkLst>
            <pc:docMk/>
            <pc:sldMk cId="2297838818" sldId="274"/>
            <ac:graphicFrameMk id="4" creationId="{00000000-0000-0000-0000-000000000000}"/>
          </ac:graphicFrameMkLst>
        </pc:graphicFrameChg>
      </pc:sldChg>
      <pc:sldChg chg="modSp">
        <pc:chgData name="Abita Kuwar" userId="S::abita.kuwar@smc.tu.edu.np::d2545052-3c2a-4039-aee2-6348cf178211" providerId="AD" clId="Web-{DAF4F17A-35B9-4DBF-8FD7-39EFC1F5D4D4}" dt="2021-06-15T12:58:12.015" v="101"/>
        <pc:sldMkLst>
          <pc:docMk/>
          <pc:sldMk cId="4243417147" sldId="277"/>
        </pc:sldMkLst>
        <pc:graphicFrameChg chg="mod modGraphic">
          <ac:chgData name="Abita Kuwar" userId="S::abita.kuwar@smc.tu.edu.np::d2545052-3c2a-4039-aee2-6348cf178211" providerId="AD" clId="Web-{DAF4F17A-35B9-4DBF-8FD7-39EFC1F5D4D4}" dt="2021-06-15T12:58:12.015" v="101"/>
          <ac:graphicFrameMkLst>
            <pc:docMk/>
            <pc:sldMk cId="4243417147" sldId="277"/>
            <ac:graphicFrameMk id="4" creationId="{00000000-0000-0000-0000-000000000000}"/>
          </ac:graphicFrameMkLst>
        </pc:graphicFrameChg>
      </pc:sldChg>
      <pc:sldChg chg="modSp">
        <pc:chgData name="Abita Kuwar" userId="S::abita.kuwar@smc.tu.edu.np::d2545052-3c2a-4039-aee2-6348cf178211" providerId="AD" clId="Web-{DAF4F17A-35B9-4DBF-8FD7-39EFC1F5D4D4}" dt="2021-06-15T13:01:55.816" v="129" actId="20577"/>
        <pc:sldMkLst>
          <pc:docMk/>
          <pc:sldMk cId="4015068208" sldId="278"/>
        </pc:sldMkLst>
        <pc:spChg chg="mod">
          <ac:chgData name="Abita Kuwar" userId="S::abita.kuwar@smc.tu.edu.np::d2545052-3c2a-4039-aee2-6348cf178211" providerId="AD" clId="Web-{DAF4F17A-35B9-4DBF-8FD7-39EFC1F5D4D4}" dt="2021-06-15T13:01:55.816" v="129" actId="20577"/>
          <ac:spMkLst>
            <pc:docMk/>
            <pc:sldMk cId="4015068208" sldId="278"/>
            <ac:spMk id="2" creationId="{00000000-0000-0000-0000-000000000000}"/>
          </ac:spMkLst>
        </pc:spChg>
      </pc:sldChg>
      <pc:sldChg chg="modSp">
        <pc:chgData name="Abita Kuwar" userId="S::abita.kuwar@smc.tu.edu.np::d2545052-3c2a-4039-aee2-6348cf178211" providerId="AD" clId="Web-{DAF4F17A-35B9-4DBF-8FD7-39EFC1F5D4D4}" dt="2021-06-15T13:00:07.830" v="112" actId="1076"/>
        <pc:sldMkLst>
          <pc:docMk/>
          <pc:sldMk cId="2789489286" sldId="280"/>
        </pc:sldMkLst>
        <pc:spChg chg="mod">
          <ac:chgData name="Abita Kuwar" userId="S::abita.kuwar@smc.tu.edu.np::d2545052-3c2a-4039-aee2-6348cf178211" providerId="AD" clId="Web-{DAF4F17A-35B9-4DBF-8FD7-39EFC1F5D4D4}" dt="2021-06-15T13:00:07.830" v="112" actId="1076"/>
          <ac:spMkLst>
            <pc:docMk/>
            <pc:sldMk cId="2789489286" sldId="280"/>
            <ac:spMk id="2" creationId="{00000000-0000-0000-0000-000000000000}"/>
          </ac:spMkLst>
        </pc:spChg>
      </pc:sldChg>
      <pc:sldChg chg="modSp">
        <pc:chgData name="Abita Kuwar" userId="S::abita.kuwar@smc.tu.edu.np::d2545052-3c2a-4039-aee2-6348cf178211" providerId="AD" clId="Web-{DAF4F17A-35B9-4DBF-8FD7-39EFC1F5D4D4}" dt="2021-06-15T12:59:36.954" v="105" actId="20577"/>
        <pc:sldMkLst>
          <pc:docMk/>
          <pc:sldMk cId="1535917555" sldId="281"/>
        </pc:sldMkLst>
        <pc:spChg chg="mod">
          <ac:chgData name="Abita Kuwar" userId="S::abita.kuwar@smc.tu.edu.np::d2545052-3c2a-4039-aee2-6348cf178211" providerId="AD" clId="Web-{DAF4F17A-35B9-4DBF-8FD7-39EFC1F5D4D4}" dt="2021-06-15T12:59:36.954" v="105" actId="20577"/>
          <ac:spMkLst>
            <pc:docMk/>
            <pc:sldMk cId="1535917555" sldId="281"/>
            <ac:spMk id="2" creationId="{00000000-0000-0000-0000-000000000000}"/>
          </ac:spMkLst>
        </pc:spChg>
      </pc:sldChg>
      <pc:sldChg chg="modSp">
        <pc:chgData name="Abita Kuwar" userId="S::abita.kuwar@smc.tu.edu.np::d2545052-3c2a-4039-aee2-6348cf178211" providerId="AD" clId="Web-{DAF4F17A-35B9-4DBF-8FD7-39EFC1F5D4D4}" dt="2021-06-15T13:01:32.956" v="121" actId="20577"/>
        <pc:sldMkLst>
          <pc:docMk/>
          <pc:sldMk cId="385625962" sldId="282"/>
        </pc:sldMkLst>
        <pc:spChg chg="mod">
          <ac:chgData name="Abita Kuwar" userId="S::abita.kuwar@smc.tu.edu.np::d2545052-3c2a-4039-aee2-6348cf178211" providerId="AD" clId="Web-{DAF4F17A-35B9-4DBF-8FD7-39EFC1F5D4D4}" dt="2021-06-15T13:01:32.956" v="121" actId="20577"/>
          <ac:spMkLst>
            <pc:docMk/>
            <pc:sldMk cId="385625962" sldId="282"/>
            <ac:spMk id="3" creationId="{00000000-0000-0000-0000-000000000000}"/>
          </ac:spMkLst>
        </pc:spChg>
      </pc:sldChg>
      <pc:sldChg chg="modSp">
        <pc:chgData name="Abita Kuwar" userId="S::abita.kuwar@smc.tu.edu.np::d2545052-3c2a-4039-aee2-6348cf178211" providerId="AD" clId="Web-{DAF4F17A-35B9-4DBF-8FD7-39EFC1F5D4D4}" dt="2021-06-15T13:00:24.580" v="114" actId="20577"/>
        <pc:sldMkLst>
          <pc:docMk/>
          <pc:sldMk cId="283859174" sldId="283"/>
        </pc:sldMkLst>
        <pc:spChg chg="mod">
          <ac:chgData name="Abita Kuwar" userId="S::abita.kuwar@smc.tu.edu.np::d2545052-3c2a-4039-aee2-6348cf178211" providerId="AD" clId="Web-{DAF4F17A-35B9-4DBF-8FD7-39EFC1F5D4D4}" dt="2021-06-15T13:00:24.580" v="114" actId="20577"/>
          <ac:spMkLst>
            <pc:docMk/>
            <pc:sldMk cId="283859174" sldId="283"/>
            <ac:spMk id="3" creationId="{00000000-0000-0000-0000-000000000000}"/>
          </ac:spMkLst>
        </pc:spChg>
      </pc:sldChg>
      <pc:sldChg chg="modSp">
        <pc:chgData name="Abita Kuwar" userId="S::abita.kuwar@smc.tu.edu.np::d2545052-3c2a-4039-aee2-6348cf178211" providerId="AD" clId="Web-{DAF4F17A-35B9-4DBF-8FD7-39EFC1F5D4D4}" dt="2021-06-15T13:00:29.143" v="115" actId="20577"/>
        <pc:sldMkLst>
          <pc:docMk/>
          <pc:sldMk cId="1014943671" sldId="284"/>
        </pc:sldMkLst>
        <pc:spChg chg="mod">
          <ac:chgData name="Abita Kuwar" userId="S::abita.kuwar@smc.tu.edu.np::d2545052-3c2a-4039-aee2-6348cf178211" providerId="AD" clId="Web-{DAF4F17A-35B9-4DBF-8FD7-39EFC1F5D4D4}" dt="2021-06-15T13:00:29.143" v="115" actId="20577"/>
          <ac:spMkLst>
            <pc:docMk/>
            <pc:sldMk cId="1014943671" sldId="284"/>
            <ac:spMk id="3" creationId="{00000000-0000-0000-0000-000000000000}"/>
          </ac:spMkLst>
        </pc:spChg>
      </pc:sldChg>
      <pc:sldChg chg="modSp new">
        <pc:chgData name="Abita Kuwar" userId="S::abita.kuwar@smc.tu.edu.np::d2545052-3c2a-4039-aee2-6348cf178211" providerId="AD" clId="Web-{DAF4F17A-35B9-4DBF-8FD7-39EFC1F5D4D4}" dt="2021-06-15T12:54:57.042" v="30" actId="20577"/>
        <pc:sldMkLst>
          <pc:docMk/>
          <pc:sldMk cId="2946019227" sldId="285"/>
        </pc:sldMkLst>
        <pc:spChg chg="mod">
          <ac:chgData name="Abita Kuwar" userId="S::abita.kuwar@smc.tu.edu.np::d2545052-3c2a-4039-aee2-6348cf178211" providerId="AD" clId="Web-{DAF4F17A-35B9-4DBF-8FD7-39EFC1F5D4D4}" dt="2021-06-15T12:54:14.557" v="20" actId="20577"/>
          <ac:spMkLst>
            <pc:docMk/>
            <pc:sldMk cId="2946019227" sldId="285"/>
            <ac:spMk id="2" creationId="{FEB008CA-4094-43E1-95C7-27420DD6DFBE}"/>
          </ac:spMkLst>
        </pc:spChg>
        <pc:spChg chg="mod">
          <ac:chgData name="Abita Kuwar" userId="S::abita.kuwar@smc.tu.edu.np::d2545052-3c2a-4039-aee2-6348cf178211" providerId="AD" clId="Web-{DAF4F17A-35B9-4DBF-8FD7-39EFC1F5D4D4}" dt="2021-06-15T12:54:57.042" v="30" actId="20577"/>
          <ac:spMkLst>
            <pc:docMk/>
            <pc:sldMk cId="2946019227" sldId="285"/>
            <ac:spMk id="3" creationId="{A4A2F783-E514-4AAB-A1B4-CF228D916115}"/>
          </ac:spMkLst>
        </pc:spChg>
      </pc:sldChg>
      <pc:sldChg chg="modSp new">
        <pc:chgData name="Abita Kuwar" userId="S::abita.kuwar@smc.tu.edu.np::d2545052-3c2a-4039-aee2-6348cf178211" providerId="AD" clId="Web-{DAF4F17A-35B9-4DBF-8FD7-39EFC1F5D4D4}" dt="2021-06-15T13:05:12.758" v="152" actId="20577"/>
        <pc:sldMkLst>
          <pc:docMk/>
          <pc:sldMk cId="4053814539" sldId="286"/>
        </pc:sldMkLst>
        <pc:spChg chg="mod">
          <ac:chgData name="Abita Kuwar" userId="S::abita.kuwar@smc.tu.edu.np::d2545052-3c2a-4039-aee2-6348cf178211" providerId="AD" clId="Web-{DAF4F17A-35B9-4DBF-8FD7-39EFC1F5D4D4}" dt="2021-06-15T13:02:39.520" v="148" actId="20577"/>
          <ac:spMkLst>
            <pc:docMk/>
            <pc:sldMk cId="4053814539" sldId="286"/>
            <ac:spMk id="2" creationId="{545AB437-F07C-4311-B6E5-E0128AB78559}"/>
          </ac:spMkLst>
        </pc:spChg>
        <pc:spChg chg="mod">
          <ac:chgData name="Abita Kuwar" userId="S::abita.kuwar@smc.tu.edu.np::d2545052-3c2a-4039-aee2-6348cf178211" providerId="AD" clId="Web-{DAF4F17A-35B9-4DBF-8FD7-39EFC1F5D4D4}" dt="2021-06-15T13:05:12.758" v="152" actId="20577"/>
          <ac:spMkLst>
            <pc:docMk/>
            <pc:sldMk cId="4053814539" sldId="286"/>
            <ac:spMk id="3" creationId="{A576BE75-7810-4704-BFB7-6C9E0E4C69A7}"/>
          </ac:spMkLst>
        </pc:spChg>
      </pc:sldChg>
      <pc:sldChg chg="addSp delSp modSp new">
        <pc:chgData name="Abita Kuwar" userId="S::abita.kuwar@smc.tu.edu.np::d2545052-3c2a-4039-aee2-6348cf178211" providerId="AD" clId="Web-{DAF4F17A-35B9-4DBF-8FD7-39EFC1F5D4D4}" dt="2021-06-15T13:05:49.008" v="155" actId="20577"/>
        <pc:sldMkLst>
          <pc:docMk/>
          <pc:sldMk cId="4120366944" sldId="287"/>
        </pc:sldMkLst>
        <pc:spChg chg="mod">
          <ac:chgData name="Abita Kuwar" userId="S::abita.kuwar@smc.tu.edu.np::d2545052-3c2a-4039-aee2-6348cf178211" providerId="AD" clId="Web-{DAF4F17A-35B9-4DBF-8FD7-39EFC1F5D4D4}" dt="2021-06-15T13:05:49.008" v="155" actId="20577"/>
          <ac:spMkLst>
            <pc:docMk/>
            <pc:sldMk cId="4120366944" sldId="287"/>
            <ac:spMk id="2" creationId="{DF5DE0DA-B433-4744-AEDA-B70935B28285}"/>
          </ac:spMkLst>
        </pc:spChg>
        <pc:spChg chg="del">
          <ac:chgData name="Abita Kuwar" userId="S::abita.kuwar@smc.tu.edu.np::d2545052-3c2a-4039-aee2-6348cf178211" providerId="AD" clId="Web-{DAF4F17A-35B9-4DBF-8FD7-39EFC1F5D4D4}" dt="2021-06-15T13:05:38.180" v="153"/>
          <ac:spMkLst>
            <pc:docMk/>
            <pc:sldMk cId="4120366944" sldId="287"/>
            <ac:spMk id="3" creationId="{92639DC6-6D37-43F1-83A6-913A4CD9F907}"/>
          </ac:spMkLst>
        </pc:spChg>
        <pc:picChg chg="add mod ord">
          <ac:chgData name="Abita Kuwar" userId="S::abita.kuwar@smc.tu.edu.np::d2545052-3c2a-4039-aee2-6348cf178211" providerId="AD" clId="Web-{DAF4F17A-35B9-4DBF-8FD7-39EFC1F5D4D4}" dt="2021-06-15T13:05:38.180" v="153"/>
          <ac:picMkLst>
            <pc:docMk/>
            <pc:sldMk cId="4120366944" sldId="287"/>
            <ac:picMk id="4" creationId="{582DE90C-119D-4F37-95C7-B342DFC40102}"/>
          </ac:picMkLst>
        </pc:picChg>
      </pc:sldChg>
      <pc:sldChg chg="modSp new">
        <pc:chgData name="Abita Kuwar" userId="S::abita.kuwar@smc.tu.edu.np::d2545052-3c2a-4039-aee2-6348cf178211" providerId="AD" clId="Web-{DAF4F17A-35B9-4DBF-8FD7-39EFC1F5D4D4}" dt="2021-06-15T13:10:08.717" v="180" actId="20577"/>
        <pc:sldMkLst>
          <pc:docMk/>
          <pc:sldMk cId="784182008" sldId="288"/>
        </pc:sldMkLst>
        <pc:spChg chg="mod">
          <ac:chgData name="Abita Kuwar" userId="S::abita.kuwar@smc.tu.edu.np::d2545052-3c2a-4039-aee2-6348cf178211" providerId="AD" clId="Web-{DAF4F17A-35B9-4DBF-8FD7-39EFC1F5D4D4}" dt="2021-06-15T13:05:59.618" v="160" actId="20577"/>
          <ac:spMkLst>
            <pc:docMk/>
            <pc:sldMk cId="784182008" sldId="288"/>
            <ac:spMk id="2" creationId="{6B7BF36B-6D64-413F-B39A-E92DFAAB6444}"/>
          </ac:spMkLst>
        </pc:spChg>
        <pc:spChg chg="mod">
          <ac:chgData name="Abita Kuwar" userId="S::abita.kuwar@smc.tu.edu.np::d2545052-3c2a-4039-aee2-6348cf178211" providerId="AD" clId="Web-{DAF4F17A-35B9-4DBF-8FD7-39EFC1F5D4D4}" dt="2021-06-15T13:10:08.717" v="180" actId="20577"/>
          <ac:spMkLst>
            <pc:docMk/>
            <pc:sldMk cId="784182008" sldId="288"/>
            <ac:spMk id="3" creationId="{53D17C53-9570-4BDE-9648-7BAE14D2E523}"/>
          </ac:spMkLst>
        </pc:spChg>
      </pc:sldChg>
      <pc:sldChg chg="modSp new">
        <pc:chgData name="Abita Kuwar" userId="S::abita.kuwar@smc.tu.edu.np::d2545052-3c2a-4039-aee2-6348cf178211" providerId="AD" clId="Web-{DAF4F17A-35B9-4DBF-8FD7-39EFC1F5D4D4}" dt="2021-06-15T13:12:42.689" v="219" actId="20577"/>
        <pc:sldMkLst>
          <pc:docMk/>
          <pc:sldMk cId="3260619854" sldId="289"/>
        </pc:sldMkLst>
        <pc:spChg chg="mod">
          <ac:chgData name="Abita Kuwar" userId="S::abita.kuwar@smc.tu.edu.np::d2545052-3c2a-4039-aee2-6348cf178211" providerId="AD" clId="Web-{DAF4F17A-35B9-4DBF-8FD7-39EFC1F5D4D4}" dt="2021-06-15T13:06:05.884" v="163" actId="20577"/>
          <ac:spMkLst>
            <pc:docMk/>
            <pc:sldMk cId="3260619854" sldId="289"/>
            <ac:spMk id="2" creationId="{458FED9B-E142-4243-9E9F-EA50365EE25B}"/>
          </ac:spMkLst>
        </pc:spChg>
        <pc:spChg chg="mod">
          <ac:chgData name="Abita Kuwar" userId="S::abita.kuwar@smc.tu.edu.np::d2545052-3c2a-4039-aee2-6348cf178211" providerId="AD" clId="Web-{DAF4F17A-35B9-4DBF-8FD7-39EFC1F5D4D4}" dt="2021-06-15T13:12:42.689" v="219" actId="20577"/>
          <ac:spMkLst>
            <pc:docMk/>
            <pc:sldMk cId="3260619854" sldId="289"/>
            <ac:spMk id="3" creationId="{6043272A-13C1-46EA-AA17-BE929967F2A9}"/>
          </ac:spMkLst>
        </pc:spChg>
      </pc:sldChg>
      <pc:sldChg chg="modSp new">
        <pc:chgData name="Abita Kuwar" userId="S::abita.kuwar@smc.tu.edu.np::d2545052-3c2a-4039-aee2-6348cf178211" providerId="AD" clId="Web-{DAF4F17A-35B9-4DBF-8FD7-39EFC1F5D4D4}" dt="2021-06-15T13:13:21.580" v="230" actId="20577"/>
        <pc:sldMkLst>
          <pc:docMk/>
          <pc:sldMk cId="1737830368" sldId="290"/>
        </pc:sldMkLst>
        <pc:spChg chg="mod">
          <ac:chgData name="Abita Kuwar" userId="S::abita.kuwar@smc.tu.edu.np::d2545052-3c2a-4039-aee2-6348cf178211" providerId="AD" clId="Web-{DAF4F17A-35B9-4DBF-8FD7-39EFC1F5D4D4}" dt="2021-06-15T13:06:10.696" v="166" actId="20577"/>
          <ac:spMkLst>
            <pc:docMk/>
            <pc:sldMk cId="1737830368" sldId="290"/>
            <ac:spMk id="2" creationId="{B3589CB6-6A7F-4607-A008-0B21B6F90963}"/>
          </ac:spMkLst>
        </pc:spChg>
        <pc:spChg chg="mod">
          <ac:chgData name="Abita Kuwar" userId="S::abita.kuwar@smc.tu.edu.np::d2545052-3c2a-4039-aee2-6348cf178211" providerId="AD" clId="Web-{DAF4F17A-35B9-4DBF-8FD7-39EFC1F5D4D4}" dt="2021-06-15T13:13:21.580" v="230" actId="20577"/>
          <ac:spMkLst>
            <pc:docMk/>
            <pc:sldMk cId="1737830368" sldId="290"/>
            <ac:spMk id="3" creationId="{D6A8C2C0-26BB-4E1B-9DC1-9BD96DD76C77}"/>
          </ac:spMkLst>
        </pc:spChg>
      </pc:sldChg>
      <pc:sldChg chg="modSp new">
        <pc:chgData name="Abita Kuwar" userId="S::abita.kuwar@smc.tu.edu.np::d2545052-3c2a-4039-aee2-6348cf178211" providerId="AD" clId="Web-{DAF4F17A-35B9-4DBF-8FD7-39EFC1F5D4D4}" dt="2021-06-15T13:18:50.899" v="301" actId="20577"/>
        <pc:sldMkLst>
          <pc:docMk/>
          <pc:sldMk cId="315295106" sldId="291"/>
        </pc:sldMkLst>
        <pc:spChg chg="mod">
          <ac:chgData name="Abita Kuwar" userId="S::abita.kuwar@smc.tu.edu.np::d2545052-3c2a-4039-aee2-6348cf178211" providerId="AD" clId="Web-{DAF4F17A-35B9-4DBF-8FD7-39EFC1F5D4D4}" dt="2021-06-15T13:18:02.804" v="282" actId="20577"/>
          <ac:spMkLst>
            <pc:docMk/>
            <pc:sldMk cId="315295106" sldId="291"/>
            <ac:spMk id="2" creationId="{57A38817-3931-49B0-8952-13F21D0E1B8E}"/>
          </ac:spMkLst>
        </pc:spChg>
        <pc:spChg chg="mod">
          <ac:chgData name="Abita Kuwar" userId="S::abita.kuwar@smc.tu.edu.np::d2545052-3c2a-4039-aee2-6348cf178211" providerId="AD" clId="Web-{DAF4F17A-35B9-4DBF-8FD7-39EFC1F5D4D4}" dt="2021-06-15T13:18:50.899" v="301" actId="20577"/>
          <ac:spMkLst>
            <pc:docMk/>
            <pc:sldMk cId="315295106" sldId="291"/>
            <ac:spMk id="3" creationId="{B28C8819-B9A1-4BA9-BC9F-CF0FAE87F733}"/>
          </ac:spMkLst>
        </pc:spChg>
      </pc:sldChg>
      <pc:sldChg chg="modSp new">
        <pc:chgData name="Abita Kuwar" userId="S::abita.kuwar@smc.tu.edu.np::d2545052-3c2a-4039-aee2-6348cf178211" providerId="AD" clId="Web-{DAF4F17A-35B9-4DBF-8FD7-39EFC1F5D4D4}" dt="2021-06-15T13:14:10.784" v="241" actId="20577"/>
        <pc:sldMkLst>
          <pc:docMk/>
          <pc:sldMk cId="1353605257" sldId="292"/>
        </pc:sldMkLst>
        <pc:spChg chg="mod">
          <ac:chgData name="Abita Kuwar" userId="S::abita.kuwar@smc.tu.edu.np::d2545052-3c2a-4039-aee2-6348cf178211" providerId="AD" clId="Web-{DAF4F17A-35B9-4DBF-8FD7-39EFC1F5D4D4}" dt="2021-06-15T13:11:22.703" v="204" actId="20577"/>
          <ac:spMkLst>
            <pc:docMk/>
            <pc:sldMk cId="1353605257" sldId="292"/>
            <ac:spMk id="2" creationId="{1A51C0E4-D924-4059-9FA5-573458C549BB}"/>
          </ac:spMkLst>
        </pc:spChg>
        <pc:spChg chg="mod">
          <ac:chgData name="Abita Kuwar" userId="S::abita.kuwar@smc.tu.edu.np::d2545052-3c2a-4039-aee2-6348cf178211" providerId="AD" clId="Web-{DAF4F17A-35B9-4DBF-8FD7-39EFC1F5D4D4}" dt="2021-06-15T13:14:10.784" v="241" actId="20577"/>
          <ac:spMkLst>
            <pc:docMk/>
            <pc:sldMk cId="1353605257" sldId="292"/>
            <ac:spMk id="3" creationId="{0E1519BE-AB0C-433F-9568-F7F1C3DE6D64}"/>
          </ac:spMkLst>
        </pc:spChg>
      </pc:sldChg>
      <pc:sldChg chg="modSp new">
        <pc:chgData name="Abita Kuwar" userId="S::abita.kuwar@smc.tu.edu.np::d2545052-3c2a-4039-aee2-6348cf178211" providerId="AD" clId="Web-{DAF4F17A-35B9-4DBF-8FD7-39EFC1F5D4D4}" dt="2021-06-15T13:14:50.269" v="251" actId="20577"/>
        <pc:sldMkLst>
          <pc:docMk/>
          <pc:sldMk cId="3191697424" sldId="293"/>
        </pc:sldMkLst>
        <pc:spChg chg="mod">
          <ac:chgData name="Abita Kuwar" userId="S::abita.kuwar@smc.tu.edu.np::d2545052-3c2a-4039-aee2-6348cf178211" providerId="AD" clId="Web-{DAF4F17A-35B9-4DBF-8FD7-39EFC1F5D4D4}" dt="2021-06-15T13:11:26.703" v="207" actId="20577"/>
          <ac:spMkLst>
            <pc:docMk/>
            <pc:sldMk cId="3191697424" sldId="293"/>
            <ac:spMk id="2" creationId="{2F2C67C6-22AA-4A9F-8495-843AA3AF70E8}"/>
          </ac:spMkLst>
        </pc:spChg>
        <pc:spChg chg="mod">
          <ac:chgData name="Abita Kuwar" userId="S::abita.kuwar@smc.tu.edu.np::d2545052-3c2a-4039-aee2-6348cf178211" providerId="AD" clId="Web-{DAF4F17A-35B9-4DBF-8FD7-39EFC1F5D4D4}" dt="2021-06-15T13:14:50.269" v="251" actId="20577"/>
          <ac:spMkLst>
            <pc:docMk/>
            <pc:sldMk cId="3191697424" sldId="293"/>
            <ac:spMk id="3" creationId="{A1A87C7D-CE00-4B4E-8B41-6853ECF8E7D8}"/>
          </ac:spMkLst>
        </pc:spChg>
      </pc:sldChg>
      <pc:sldChg chg="modSp new">
        <pc:chgData name="Abita Kuwar" userId="S::abita.kuwar@smc.tu.edu.np::d2545052-3c2a-4039-aee2-6348cf178211" providerId="AD" clId="Web-{DAF4F17A-35B9-4DBF-8FD7-39EFC1F5D4D4}" dt="2021-06-15T13:17:37.882" v="271" actId="20577"/>
        <pc:sldMkLst>
          <pc:docMk/>
          <pc:sldMk cId="2413564579" sldId="294"/>
        </pc:sldMkLst>
        <pc:spChg chg="mod">
          <ac:chgData name="Abita Kuwar" userId="S::abita.kuwar@smc.tu.edu.np::d2545052-3c2a-4039-aee2-6348cf178211" providerId="AD" clId="Web-{DAF4F17A-35B9-4DBF-8FD7-39EFC1F5D4D4}" dt="2021-06-15T13:11:31.390" v="210" actId="20577"/>
          <ac:spMkLst>
            <pc:docMk/>
            <pc:sldMk cId="2413564579" sldId="294"/>
            <ac:spMk id="2" creationId="{49328D9D-F062-42F6-94EA-8E3F64EA4EEB}"/>
          </ac:spMkLst>
        </pc:spChg>
        <pc:spChg chg="mod">
          <ac:chgData name="Abita Kuwar" userId="S::abita.kuwar@smc.tu.edu.np::d2545052-3c2a-4039-aee2-6348cf178211" providerId="AD" clId="Web-{DAF4F17A-35B9-4DBF-8FD7-39EFC1F5D4D4}" dt="2021-06-15T13:17:37.882" v="271" actId="20577"/>
          <ac:spMkLst>
            <pc:docMk/>
            <pc:sldMk cId="2413564579" sldId="294"/>
            <ac:spMk id="3" creationId="{B5471FEE-05F4-4C96-80F5-D0B2274A4E33}"/>
          </ac:spMkLst>
        </pc:spChg>
      </pc:sldChg>
      <pc:sldChg chg="modSp new">
        <pc:chgData name="Abita Kuwar" userId="S::abita.kuwar@smc.tu.edu.np::d2545052-3c2a-4039-aee2-6348cf178211" providerId="AD" clId="Web-{DAF4F17A-35B9-4DBF-8FD7-39EFC1F5D4D4}" dt="2021-06-15T13:18:46.243" v="296" actId="20577"/>
        <pc:sldMkLst>
          <pc:docMk/>
          <pc:sldMk cId="1952531444" sldId="295"/>
        </pc:sldMkLst>
        <pc:spChg chg="mod">
          <ac:chgData name="Abita Kuwar" userId="S::abita.kuwar@smc.tu.edu.np::d2545052-3c2a-4039-aee2-6348cf178211" providerId="AD" clId="Web-{DAF4F17A-35B9-4DBF-8FD7-39EFC1F5D4D4}" dt="2021-06-15T13:18:11.336" v="285" actId="20577"/>
          <ac:spMkLst>
            <pc:docMk/>
            <pc:sldMk cId="1952531444" sldId="295"/>
            <ac:spMk id="2" creationId="{C59AD959-0DF9-44D6-9935-F4150E17C6B4}"/>
          </ac:spMkLst>
        </pc:spChg>
        <pc:spChg chg="mod">
          <ac:chgData name="Abita Kuwar" userId="S::abita.kuwar@smc.tu.edu.np::d2545052-3c2a-4039-aee2-6348cf178211" providerId="AD" clId="Web-{DAF4F17A-35B9-4DBF-8FD7-39EFC1F5D4D4}" dt="2021-06-15T13:18:46.243" v="296" actId="20577"/>
          <ac:spMkLst>
            <pc:docMk/>
            <pc:sldMk cId="1952531444" sldId="295"/>
            <ac:spMk id="3" creationId="{DC0F5789-7E38-45F6-BB72-56F8FFDD689E}"/>
          </ac:spMkLst>
        </pc:spChg>
      </pc:sldChg>
      <pc:sldChg chg="new">
        <pc:chgData name="Abita Kuwar" userId="S::abita.kuwar@smc.tu.edu.np::d2545052-3c2a-4039-aee2-6348cf178211" providerId="AD" clId="Web-{DAF4F17A-35B9-4DBF-8FD7-39EFC1F5D4D4}" dt="2021-06-15T13:11:34.062" v="212"/>
        <pc:sldMkLst>
          <pc:docMk/>
          <pc:sldMk cId="2344131086" sldId="296"/>
        </pc:sldMkLst>
      </pc:sldChg>
      <pc:sldChg chg="new">
        <pc:chgData name="Abita Kuwar" userId="S::abita.kuwar@smc.tu.edu.np::d2545052-3c2a-4039-aee2-6348cf178211" providerId="AD" clId="Web-{DAF4F17A-35B9-4DBF-8FD7-39EFC1F5D4D4}" dt="2021-06-15T13:11:34.375" v="213"/>
        <pc:sldMkLst>
          <pc:docMk/>
          <pc:sldMk cId="3808440583" sldId="297"/>
        </pc:sldMkLst>
      </pc:sldChg>
      <pc:sldChg chg="modSp new">
        <pc:chgData name="Abita Kuwar" userId="S::abita.kuwar@smc.tu.edu.np::d2545052-3c2a-4039-aee2-6348cf178211" providerId="AD" clId="Web-{DAF4F17A-35B9-4DBF-8FD7-39EFC1F5D4D4}" dt="2021-06-15T13:15:49.520" v="266" actId="20577"/>
        <pc:sldMkLst>
          <pc:docMk/>
          <pc:sldMk cId="517481230" sldId="298"/>
        </pc:sldMkLst>
        <pc:spChg chg="mod">
          <ac:chgData name="Abita Kuwar" userId="S::abita.kuwar@smc.tu.edu.np::d2545052-3c2a-4039-aee2-6348cf178211" providerId="AD" clId="Web-{DAF4F17A-35B9-4DBF-8FD7-39EFC1F5D4D4}" dt="2021-06-15T13:15:16.801" v="262" actId="20577"/>
          <ac:spMkLst>
            <pc:docMk/>
            <pc:sldMk cId="517481230" sldId="298"/>
            <ac:spMk id="2" creationId="{F66CD8DE-8F10-49E5-B53A-D4FA4C125D55}"/>
          </ac:spMkLst>
        </pc:spChg>
        <pc:spChg chg="mod">
          <ac:chgData name="Abita Kuwar" userId="S::abita.kuwar@smc.tu.edu.np::d2545052-3c2a-4039-aee2-6348cf178211" providerId="AD" clId="Web-{DAF4F17A-35B9-4DBF-8FD7-39EFC1F5D4D4}" dt="2021-06-15T13:15:49.520" v="266" actId="20577"/>
          <ac:spMkLst>
            <pc:docMk/>
            <pc:sldMk cId="517481230" sldId="298"/>
            <ac:spMk id="3" creationId="{AFADBA78-751D-44AB-9CC9-4F39C35B439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1A34E35-3939-4A80-BE2C-2CC5BFEA6FA9}" type="datetimeFigureOut">
              <a:rPr lang="en-US" smtClean="0"/>
              <a:pPr/>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3560925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A34E35-3939-4A80-BE2C-2CC5BFEA6FA9}" type="datetimeFigureOut">
              <a:rPr lang="en-US" smtClean="0"/>
              <a:pPr/>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126117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A34E35-3939-4A80-BE2C-2CC5BFEA6FA9}" type="datetimeFigureOut">
              <a:rPr lang="en-US" smtClean="0"/>
              <a:pPr/>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308096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A34E35-3939-4A80-BE2C-2CC5BFEA6FA9}" type="datetimeFigureOut">
              <a:rPr lang="en-US" smtClean="0"/>
              <a:pPr/>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878507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A34E35-3939-4A80-BE2C-2CC5BFEA6FA9}" type="datetimeFigureOut">
              <a:rPr lang="en-US" smtClean="0"/>
              <a:pPr/>
              <a:t>8/19/2025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218604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A34E35-3939-4A80-BE2C-2CC5BFEA6FA9}" type="datetimeFigureOut">
              <a:rPr lang="en-US" smtClean="0"/>
              <a:pPr/>
              <a:t>8/19/2025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3764410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A34E35-3939-4A80-BE2C-2CC5BFEA6FA9}" type="datetimeFigureOut">
              <a:rPr lang="en-US" smtClean="0"/>
              <a:pPr/>
              <a:t>8/19/2025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357403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A34E35-3939-4A80-BE2C-2CC5BFEA6FA9}" type="datetimeFigureOut">
              <a:rPr lang="en-US" smtClean="0"/>
              <a:pPr/>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1213723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A34E35-3939-4A80-BE2C-2CC5BFEA6FA9}" type="datetimeFigureOut">
              <a:rPr lang="en-US" smtClean="0"/>
              <a:pPr/>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3906433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A34E35-3939-4A80-BE2C-2CC5BFEA6FA9}" type="datetimeFigureOut">
              <a:rPr lang="en-US" smtClean="0"/>
              <a:pPr/>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2579126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A34E35-3939-4A80-BE2C-2CC5BFEA6FA9}" type="datetimeFigureOut">
              <a:rPr lang="en-US" smtClean="0"/>
              <a:pPr/>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DE4814-924F-4B51-902C-D1002A4AA0D0}" type="slidenum">
              <a:rPr lang="en-US" smtClean="0"/>
              <a:pPr/>
              <a:t>‹#›</a:t>
            </a:fld>
            <a:endParaRPr lang="en-US"/>
          </a:p>
        </p:txBody>
      </p:sp>
    </p:spTree>
    <p:extLst>
      <p:ext uri="{BB962C8B-B14F-4D97-AF65-F5344CB8AC3E}">
        <p14:creationId xmlns:p14="http://schemas.microsoft.com/office/powerpoint/2010/main" val="3851199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A34E35-3939-4A80-BE2C-2CC5BFEA6FA9}" type="datetimeFigureOut">
              <a:rPr lang="en-US" smtClean="0"/>
              <a:pPr/>
              <a:t>8/19/2025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DE4814-924F-4B51-902C-D1002A4AA0D0}" type="slidenum">
              <a:rPr lang="en-US" smtClean="0"/>
              <a:pPr/>
              <a:t>‹#›</a:t>
            </a:fld>
            <a:endParaRPr lang="en-US"/>
          </a:p>
        </p:txBody>
      </p:sp>
    </p:spTree>
    <p:extLst>
      <p:ext uri="{BB962C8B-B14F-4D97-AF65-F5344CB8AC3E}">
        <p14:creationId xmlns:p14="http://schemas.microsoft.com/office/powerpoint/2010/main" val="204666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2</a:t>
            </a:r>
          </a:p>
        </p:txBody>
      </p:sp>
      <p:sp>
        <p:nvSpPr>
          <p:cNvPr id="3" name="Subtitle 2"/>
          <p:cNvSpPr>
            <a:spLocks noGrp="1"/>
          </p:cNvSpPr>
          <p:nvPr>
            <p:ph type="subTitle" idx="1"/>
          </p:nvPr>
        </p:nvSpPr>
        <p:spPr/>
        <p:txBody>
          <a:bodyPr>
            <a:normAutofit/>
          </a:bodyPr>
          <a:lstStyle/>
          <a:p>
            <a:r>
              <a:rPr lang="en-US" sz="4400" b="1" dirty="0">
                <a:solidFill>
                  <a:schemeClr val="tx1"/>
                </a:solidFill>
              </a:rPr>
              <a:t>Software Development Process Model</a:t>
            </a:r>
          </a:p>
        </p:txBody>
      </p:sp>
    </p:spTree>
    <p:extLst>
      <p:ext uri="{BB962C8B-B14F-4D97-AF65-F5344CB8AC3E}">
        <p14:creationId xmlns:p14="http://schemas.microsoft.com/office/powerpoint/2010/main" val="2345752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Program Development Methods</a:t>
            </a:r>
          </a:p>
        </p:txBody>
      </p:sp>
      <p:sp>
        <p:nvSpPr>
          <p:cNvPr id="3" name="Content Placeholder 2"/>
          <p:cNvSpPr>
            <a:spLocks noGrp="1"/>
          </p:cNvSpPr>
          <p:nvPr>
            <p:ph idx="1"/>
          </p:nvPr>
        </p:nvSpPr>
        <p:spPr/>
        <p:txBody>
          <a:bodyPr>
            <a:normAutofit/>
          </a:bodyPr>
          <a:lstStyle/>
          <a:p>
            <a:r>
              <a:rPr lang="en-US" dirty="0"/>
              <a:t>Waterfall Model</a:t>
            </a:r>
          </a:p>
          <a:p>
            <a:r>
              <a:rPr lang="en-US" dirty="0"/>
              <a:t>Evolutionary Development</a:t>
            </a:r>
          </a:p>
          <a:p>
            <a:r>
              <a:rPr lang="en-US" dirty="0"/>
              <a:t>Spiral Model</a:t>
            </a:r>
          </a:p>
          <a:p>
            <a:r>
              <a:rPr lang="en-US" dirty="0"/>
              <a:t>Iterative Model</a:t>
            </a:r>
          </a:p>
          <a:p>
            <a:r>
              <a:rPr lang="en-US" dirty="0"/>
              <a:t>Agile Model</a:t>
            </a:r>
          </a:p>
          <a:p>
            <a:r>
              <a:rPr lang="en-US" dirty="0"/>
              <a:t>RAD Model</a:t>
            </a:r>
          </a:p>
          <a:p>
            <a:r>
              <a:rPr lang="en-US" dirty="0"/>
              <a:t>Prototype or Transformation Model</a:t>
            </a:r>
          </a:p>
          <a:p>
            <a:endParaRPr lang="en-US" dirty="0"/>
          </a:p>
        </p:txBody>
      </p:sp>
    </p:spTree>
    <p:extLst>
      <p:ext uri="{BB962C8B-B14F-4D97-AF65-F5344CB8AC3E}">
        <p14:creationId xmlns:p14="http://schemas.microsoft.com/office/powerpoint/2010/main" val="1672221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Waterfall Model/Traditional Model</a:t>
            </a:r>
            <a:br>
              <a:rPr lang="en-US"/>
            </a:br>
            <a:endParaRPr lang="en-US"/>
          </a:p>
        </p:txBody>
      </p:sp>
      <p:sp>
        <p:nvSpPr>
          <p:cNvPr id="3" name="Content Placeholder 2"/>
          <p:cNvSpPr>
            <a:spLocks noGrp="1"/>
          </p:cNvSpPr>
          <p:nvPr>
            <p:ph idx="1"/>
          </p:nvPr>
        </p:nvSpPr>
        <p:spPr/>
        <p:txBody>
          <a:bodyPr>
            <a:normAutofit fontScale="77500" lnSpcReduction="20000"/>
          </a:bodyPr>
          <a:lstStyle/>
          <a:p>
            <a:pPr algn="just"/>
            <a:r>
              <a:rPr lang="en-US"/>
              <a:t>Waterfall is the oldest and most straightforward of the structured SDLC methodologies — finish one phase, then move on to the next. </a:t>
            </a:r>
          </a:p>
          <a:p>
            <a:pPr algn="just"/>
            <a:r>
              <a:rPr lang="en-US"/>
              <a:t>No going back. Each stage relies on information from the previous stage and has its own project plan. </a:t>
            </a:r>
          </a:p>
          <a:p>
            <a:pPr algn="just"/>
            <a:r>
              <a:rPr lang="en-US"/>
              <a:t>Waterfall is easy to understand and simple to manage.</a:t>
            </a:r>
          </a:p>
          <a:p>
            <a:pPr algn="just"/>
            <a:r>
              <a:rPr lang="en-US"/>
              <a:t>But early delays can throw off the entire project timeline. </a:t>
            </a:r>
          </a:p>
          <a:p>
            <a:pPr algn="just"/>
            <a:r>
              <a:rPr lang="en-US"/>
              <a:t>And since there is little room for revisions once a stage is completed, problems can’t be fixed until you get to the maintenance stage.</a:t>
            </a:r>
          </a:p>
          <a:p>
            <a:pPr algn="just"/>
            <a:r>
              <a:rPr lang="en-US"/>
              <a:t> This model doesn’t work well if flexibility is needed or if the project is long term and ongoing.</a:t>
            </a:r>
          </a:p>
          <a:p>
            <a:pPr algn="just"/>
            <a:endParaRPr lang="en-US"/>
          </a:p>
        </p:txBody>
      </p:sp>
    </p:spTree>
    <p:extLst>
      <p:ext uri="{BB962C8B-B14F-4D97-AF65-F5344CB8AC3E}">
        <p14:creationId xmlns:p14="http://schemas.microsoft.com/office/powerpoint/2010/main" val="4015068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Waterfall Model</a:t>
            </a:r>
            <a:br>
              <a:rPr lang="en-US"/>
            </a:br>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143001"/>
            <a:ext cx="8153400" cy="4629944"/>
          </a:xfrm>
        </p:spPr>
      </p:pic>
    </p:spTree>
    <p:extLst>
      <p:ext uri="{BB962C8B-B14F-4D97-AF65-F5344CB8AC3E}">
        <p14:creationId xmlns:p14="http://schemas.microsoft.com/office/powerpoint/2010/main" val="3465925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075" y="846138"/>
            <a:ext cx="8229600" cy="1143000"/>
          </a:xfrm>
        </p:spPr>
        <p:txBody>
          <a:bodyPr>
            <a:normAutofit fontScale="90000"/>
          </a:bodyPr>
          <a:lstStyle/>
          <a:p>
            <a:r>
              <a:rPr lang="en-US" dirty="0">
                <a:cs typeface="Calibri"/>
              </a:rPr>
              <a:t>Sequential phases in Waterfall model  </a:t>
            </a:r>
            <a:br>
              <a:rPr lang="en-US" dirty="0">
                <a:cs typeface="Calibri"/>
              </a:rPr>
            </a:br>
            <a:endParaRPr lang="en-US" dirty="0">
              <a:ea typeface="+mj-lt"/>
              <a:cs typeface="+mj-lt"/>
            </a:endParaRPr>
          </a:p>
          <a:p>
            <a:endParaRPr lang="en-US" dirty="0">
              <a:cs typeface="Calibri"/>
            </a:endParaRPr>
          </a:p>
        </p:txBody>
      </p:sp>
      <p:sp>
        <p:nvSpPr>
          <p:cNvPr id="3" name="Content Placeholder 2"/>
          <p:cNvSpPr>
            <a:spLocks noGrp="1"/>
          </p:cNvSpPr>
          <p:nvPr>
            <p:ph idx="1"/>
          </p:nvPr>
        </p:nvSpPr>
        <p:spPr/>
        <p:txBody>
          <a:bodyPr>
            <a:normAutofit/>
          </a:bodyPr>
          <a:lstStyle/>
          <a:p>
            <a:pPr algn="just"/>
            <a:r>
              <a:rPr lang="en-US" sz="4000" b="1" dirty="0"/>
              <a:t>Requirement Gathering and analysis</a:t>
            </a:r>
            <a:r>
              <a:rPr lang="en-US" sz="4000" dirty="0"/>
              <a:t> − All possible requirements of the system to be developed are captured in this phase and documented in a requirement specification document.</a:t>
            </a:r>
          </a:p>
          <a:p>
            <a:pPr algn="just"/>
            <a:endParaRPr lang="en-US" sz="4000" b="1" dirty="0"/>
          </a:p>
          <a:p>
            <a:pPr algn="just"/>
            <a:endParaRPr lang="en-US" b="1" dirty="0"/>
          </a:p>
        </p:txBody>
      </p:sp>
    </p:spTree>
    <p:extLst>
      <p:ext uri="{BB962C8B-B14F-4D97-AF65-F5344CB8AC3E}">
        <p14:creationId xmlns:p14="http://schemas.microsoft.com/office/powerpoint/2010/main" val="2789489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cs typeface="Calibri"/>
              </a:rPr>
              <a:t>Sequential phases in Waterfall model  </a:t>
            </a:r>
            <a:br>
              <a:rPr lang="en-US" dirty="0">
                <a:cs typeface="Calibri"/>
              </a:rPr>
            </a:br>
            <a:br>
              <a:rPr lang="en-US" dirty="0">
                <a:ea typeface="+mj-lt"/>
                <a:cs typeface="+mj-lt"/>
              </a:rPr>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sz="4000" b="1" dirty="0"/>
              <a:t>System Design</a:t>
            </a:r>
            <a:r>
              <a:rPr lang="en-US" sz="4000" dirty="0"/>
              <a:t> − The requirement specifications from first phase are studied in this phase and the system design is prepared. </a:t>
            </a:r>
          </a:p>
          <a:p>
            <a:pPr algn="just"/>
            <a:r>
              <a:rPr lang="en-US" sz="4000" dirty="0"/>
              <a:t>This system design helps in specifying hardware and system requirements and helps in defining the overall system architecture.</a:t>
            </a:r>
          </a:p>
          <a:p>
            <a:pPr algn="just"/>
            <a:endParaRPr lang="en-US" sz="4000" b="1" dirty="0"/>
          </a:p>
          <a:p>
            <a:endParaRPr lang="en-US" dirty="0"/>
          </a:p>
        </p:txBody>
      </p:sp>
    </p:spTree>
    <p:extLst>
      <p:ext uri="{BB962C8B-B14F-4D97-AF65-F5344CB8AC3E}">
        <p14:creationId xmlns:p14="http://schemas.microsoft.com/office/powerpoint/2010/main" val="3207179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cs typeface="Calibri"/>
              </a:rPr>
              <a:t>Sequential phases in Waterfall model  </a:t>
            </a:r>
            <a:br>
              <a:rPr lang="en-US" dirty="0">
                <a:cs typeface="Calibri"/>
              </a:rPr>
            </a:br>
            <a:br>
              <a:rPr lang="en-US" dirty="0">
                <a:ea typeface="+mj-lt"/>
                <a:cs typeface="+mj-lt"/>
              </a:rPr>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sz="4000" b="1" dirty="0"/>
              <a:t>Implementation</a:t>
            </a:r>
            <a:r>
              <a:rPr lang="en-US" sz="4000" dirty="0"/>
              <a:t> − With inputs from the system design, the system is first developed in small programs called units, which are integrated in the next phase. </a:t>
            </a:r>
          </a:p>
          <a:p>
            <a:pPr algn="just"/>
            <a:r>
              <a:rPr lang="en-US" sz="4000" dirty="0"/>
              <a:t>Each unit is developed and tested for its functionality, which is referred to as Unit Testing.</a:t>
            </a:r>
          </a:p>
          <a:p>
            <a:pPr algn="just"/>
            <a:endParaRPr lang="en-US" dirty="0"/>
          </a:p>
        </p:txBody>
      </p:sp>
    </p:spTree>
    <p:extLst>
      <p:ext uri="{BB962C8B-B14F-4D97-AF65-F5344CB8AC3E}">
        <p14:creationId xmlns:p14="http://schemas.microsoft.com/office/powerpoint/2010/main" val="1301588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ea typeface="+mj-lt"/>
                <a:cs typeface="+mj-lt"/>
              </a:rPr>
              <a:t>Sequential phases in Waterfall model  </a:t>
            </a:r>
            <a:br>
              <a:rPr lang="en-US"/>
            </a:br>
            <a:endParaRPr lang="en-US">
              <a:cs typeface="Calibri"/>
            </a:endParaRPr>
          </a:p>
        </p:txBody>
      </p:sp>
      <p:sp>
        <p:nvSpPr>
          <p:cNvPr id="3" name="Content Placeholder 2"/>
          <p:cNvSpPr>
            <a:spLocks noGrp="1"/>
          </p:cNvSpPr>
          <p:nvPr>
            <p:ph idx="1"/>
          </p:nvPr>
        </p:nvSpPr>
        <p:spPr/>
        <p:txBody>
          <a:bodyPr>
            <a:normAutofit fontScale="92500" lnSpcReduction="20000"/>
          </a:bodyPr>
          <a:lstStyle/>
          <a:p>
            <a:pPr algn="just"/>
            <a:r>
              <a:rPr lang="en-US" b="1" dirty="0"/>
              <a:t>Deployment of system</a:t>
            </a:r>
            <a:r>
              <a:rPr lang="en-US" dirty="0"/>
              <a:t> − Once the functional and non-functional testing is done; the product is deployed in the customer environment or released into the market.</a:t>
            </a:r>
            <a:endParaRPr lang="en-US" b="1" dirty="0"/>
          </a:p>
          <a:p>
            <a:pPr algn="just"/>
            <a:r>
              <a:rPr lang="en-US" b="1" dirty="0"/>
              <a:t>Maintenance</a:t>
            </a:r>
            <a:r>
              <a:rPr lang="en-US" dirty="0"/>
              <a:t> − There are some issues which come up in the client environment. To fix those issues, patches are released. </a:t>
            </a:r>
          </a:p>
          <a:p>
            <a:pPr algn="just"/>
            <a:r>
              <a:rPr lang="en-US" dirty="0"/>
              <a:t>Also to enhance the product some better versions are released. Maintenance is done to deliver these changes in the customer environment.</a:t>
            </a:r>
          </a:p>
          <a:p>
            <a:pPr algn="just"/>
            <a:endParaRPr lang="en-US" dirty="0"/>
          </a:p>
          <a:p>
            <a:pPr algn="just"/>
            <a:endParaRPr lang="en-US" dirty="0"/>
          </a:p>
        </p:txBody>
      </p:sp>
    </p:spTree>
    <p:extLst>
      <p:ext uri="{BB962C8B-B14F-4D97-AF65-F5344CB8AC3E}">
        <p14:creationId xmlns:p14="http://schemas.microsoft.com/office/powerpoint/2010/main" val="1535917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Applications</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a:t>Requirements are very well documented, clear and fixed.</a:t>
            </a:r>
          </a:p>
          <a:p>
            <a:pPr algn="just"/>
            <a:r>
              <a:rPr lang="en-US"/>
              <a:t>Product definition is stable.</a:t>
            </a:r>
            <a:endParaRPr lang="en-US">
              <a:cs typeface="Calibri"/>
            </a:endParaRPr>
          </a:p>
          <a:p>
            <a:pPr algn="just"/>
            <a:r>
              <a:rPr lang="en-US"/>
              <a:t>Technology is understood and is not dynamic.</a:t>
            </a:r>
            <a:endParaRPr lang="en-US">
              <a:cs typeface="Calibri"/>
            </a:endParaRPr>
          </a:p>
          <a:p>
            <a:pPr algn="just"/>
            <a:r>
              <a:rPr lang="en-US"/>
              <a:t>There are no ambiguous requirements.</a:t>
            </a:r>
            <a:endParaRPr lang="en-US">
              <a:cs typeface="Calibri"/>
            </a:endParaRPr>
          </a:p>
          <a:p>
            <a:pPr algn="just"/>
            <a:r>
              <a:rPr lang="en-US"/>
              <a:t>Sample resources with required expertise are available to support the product.</a:t>
            </a:r>
            <a:endParaRPr lang="en-US">
              <a:cs typeface="Calibri"/>
            </a:endParaRPr>
          </a:p>
          <a:p>
            <a:pPr algn="just"/>
            <a:r>
              <a:rPr lang="en-US"/>
              <a:t>The project is short.</a:t>
            </a:r>
            <a:endParaRPr lang="en-US">
              <a:cs typeface="Calibri"/>
            </a:endParaRPr>
          </a:p>
          <a:p>
            <a:pPr algn="just"/>
            <a:endParaRPr lang="en-US">
              <a:cs typeface="Calibri"/>
            </a:endParaRPr>
          </a:p>
        </p:txBody>
      </p:sp>
    </p:spTree>
    <p:extLst>
      <p:ext uri="{BB962C8B-B14F-4D97-AF65-F5344CB8AC3E}">
        <p14:creationId xmlns:p14="http://schemas.microsoft.com/office/powerpoint/2010/main" val="385625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Advantages</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dirty="0"/>
              <a:t>Simple and easy to understand and use</a:t>
            </a:r>
          </a:p>
          <a:p>
            <a:pPr algn="just"/>
            <a:r>
              <a:rPr lang="en-US" dirty="0"/>
              <a:t>Phases are processed and completed one at a time.</a:t>
            </a:r>
            <a:endParaRPr lang="en-US" dirty="0">
              <a:cs typeface="Calibri"/>
            </a:endParaRPr>
          </a:p>
          <a:p>
            <a:pPr algn="just"/>
            <a:r>
              <a:rPr lang="en-US" dirty="0"/>
              <a:t>Works well for smaller projects where requirements are very well understood.</a:t>
            </a:r>
            <a:endParaRPr lang="en-US" dirty="0">
              <a:cs typeface="Calibri"/>
            </a:endParaRPr>
          </a:p>
          <a:p>
            <a:pPr algn="just"/>
            <a:r>
              <a:rPr lang="en-US" dirty="0"/>
              <a:t>Clearly defined stages.</a:t>
            </a:r>
            <a:endParaRPr lang="en-US" dirty="0">
              <a:cs typeface="Calibri"/>
            </a:endParaRPr>
          </a:p>
          <a:p>
            <a:pPr algn="just"/>
            <a:r>
              <a:rPr lang="en-US" dirty="0"/>
              <a:t>Process and results are well documented.</a:t>
            </a:r>
            <a:endParaRPr lang="en-US" dirty="0">
              <a:cs typeface="Calibri"/>
            </a:endParaRPr>
          </a:p>
          <a:p>
            <a:pPr algn="just"/>
            <a:endParaRPr lang="en-US" dirty="0">
              <a:cs typeface="Calibri"/>
            </a:endParaRPr>
          </a:p>
        </p:txBody>
      </p:sp>
    </p:spTree>
    <p:extLst>
      <p:ext uri="{BB962C8B-B14F-4D97-AF65-F5344CB8AC3E}">
        <p14:creationId xmlns:p14="http://schemas.microsoft.com/office/powerpoint/2010/main" val="283859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Disadvantages</a:t>
            </a:r>
          </a:p>
        </p:txBody>
      </p:sp>
      <p:sp>
        <p:nvSpPr>
          <p:cNvPr id="3" name="Content Placeholder 2"/>
          <p:cNvSpPr>
            <a:spLocks noGrp="1"/>
          </p:cNvSpPr>
          <p:nvPr>
            <p:ph idx="1"/>
          </p:nvPr>
        </p:nvSpPr>
        <p:spPr/>
        <p:txBody>
          <a:bodyPr vert="horz" lIns="91440" tIns="45720" rIns="91440" bIns="45720" rtlCol="0" anchor="t">
            <a:normAutofit fontScale="92500"/>
          </a:bodyPr>
          <a:lstStyle/>
          <a:p>
            <a:pPr algn="just"/>
            <a:r>
              <a:rPr lang="en-US" dirty="0"/>
              <a:t>No working software is produced until late during the life cycle.</a:t>
            </a:r>
          </a:p>
          <a:p>
            <a:pPr algn="just"/>
            <a:r>
              <a:rPr lang="en-US" dirty="0"/>
              <a:t>High amounts of risk and uncertainty.</a:t>
            </a:r>
            <a:endParaRPr lang="en-US" dirty="0">
              <a:cs typeface="Calibri"/>
            </a:endParaRPr>
          </a:p>
          <a:p>
            <a:pPr algn="just"/>
            <a:r>
              <a:rPr lang="en-US" dirty="0"/>
              <a:t>Not a good model for complex and object-oriented projects.</a:t>
            </a:r>
            <a:endParaRPr lang="en-US" dirty="0">
              <a:cs typeface="Calibri"/>
            </a:endParaRPr>
          </a:p>
          <a:p>
            <a:pPr algn="just"/>
            <a:r>
              <a:rPr lang="en-US" dirty="0"/>
              <a:t>Poor model for long and ongoing projects.</a:t>
            </a:r>
            <a:endParaRPr lang="en-US" dirty="0">
              <a:cs typeface="Calibri"/>
            </a:endParaRPr>
          </a:p>
          <a:p>
            <a:pPr algn="just"/>
            <a:r>
              <a:rPr lang="en-US" dirty="0"/>
              <a:t>It is difficult to measure progress within stages.</a:t>
            </a:r>
            <a:endParaRPr lang="en-US" dirty="0">
              <a:cs typeface="Calibri"/>
            </a:endParaRPr>
          </a:p>
          <a:p>
            <a:pPr algn="just"/>
            <a:r>
              <a:rPr lang="en-US" dirty="0"/>
              <a:t>Cannot accommodate changing requirements.</a:t>
            </a:r>
            <a:endParaRPr lang="en-US" dirty="0">
              <a:cs typeface="Calibri"/>
            </a:endParaRPr>
          </a:p>
          <a:p>
            <a:pPr algn="just"/>
            <a:endParaRPr lang="en-US" dirty="0">
              <a:cs typeface="Calibri"/>
            </a:endParaRPr>
          </a:p>
        </p:txBody>
      </p:sp>
    </p:spTree>
    <p:extLst>
      <p:ext uri="{BB962C8B-B14F-4D97-AF65-F5344CB8AC3E}">
        <p14:creationId xmlns:p14="http://schemas.microsoft.com/office/powerpoint/2010/main" val="1014943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ED9B-E142-4243-9E9F-EA50365EE25B}"/>
              </a:ext>
            </a:extLst>
          </p:cNvPr>
          <p:cNvSpPr>
            <a:spLocks noGrp="1"/>
          </p:cNvSpPr>
          <p:nvPr>
            <p:ph type="title"/>
          </p:nvPr>
        </p:nvSpPr>
        <p:spPr/>
        <p:txBody>
          <a:bodyPr>
            <a:normAutofit fontScale="90000"/>
          </a:bodyPr>
          <a:lstStyle/>
          <a:p>
            <a:r>
              <a:rPr lang="en-US">
                <a:ea typeface="+mj-lt"/>
                <a:cs typeface="+mj-lt"/>
              </a:rPr>
              <a:t>Prototype or Transformation Model</a:t>
            </a:r>
          </a:p>
          <a:p>
            <a:endParaRPr lang="en-US">
              <a:cs typeface="Calibri"/>
            </a:endParaRPr>
          </a:p>
        </p:txBody>
      </p:sp>
      <p:sp>
        <p:nvSpPr>
          <p:cNvPr id="3" name="Content Placeholder 2">
            <a:extLst>
              <a:ext uri="{FF2B5EF4-FFF2-40B4-BE49-F238E27FC236}">
                <a16:creationId xmlns:a16="http://schemas.microsoft.com/office/drawing/2014/main" id="{6043272A-13C1-46EA-AA17-BE929967F2A9}"/>
              </a:ext>
            </a:extLst>
          </p:cNvPr>
          <p:cNvSpPr>
            <a:spLocks noGrp="1"/>
          </p:cNvSpPr>
          <p:nvPr>
            <p:ph idx="1"/>
          </p:nvPr>
        </p:nvSpPr>
        <p:spPr/>
        <p:txBody>
          <a:bodyPr vert="horz" lIns="91440" tIns="45720" rIns="91440" bIns="45720" rtlCol="0" anchor="t">
            <a:normAutofit fontScale="77500" lnSpcReduction="20000"/>
          </a:bodyPr>
          <a:lstStyle/>
          <a:p>
            <a:pPr algn="just"/>
            <a:r>
              <a:rPr lang="en-US" dirty="0">
                <a:cs typeface="Calibri"/>
              </a:rPr>
              <a:t>In this process model, the system is partially implemented before or during the analysis phase thereby giving the customers an opportunity to see the product early in the life cycle. </a:t>
            </a:r>
          </a:p>
          <a:p>
            <a:pPr algn="just"/>
            <a:r>
              <a:rPr lang="en-US" dirty="0">
                <a:cs typeface="Calibri"/>
              </a:rPr>
              <a:t>The process starts by interviewing the customers and developing the incomplete high-level paper model. </a:t>
            </a:r>
          </a:p>
          <a:p>
            <a:pPr algn="just"/>
            <a:r>
              <a:rPr lang="en-US" dirty="0">
                <a:cs typeface="Calibri"/>
              </a:rPr>
              <a:t>This document is used to build the initial prototype supporting only the basic functionality as desired by the customer. </a:t>
            </a:r>
          </a:p>
          <a:p>
            <a:pPr algn="just"/>
            <a:r>
              <a:rPr lang="en-US" dirty="0">
                <a:cs typeface="Calibri"/>
              </a:rPr>
              <a:t>Once the customer figures out the problems, the prototype is further refined to eliminate them. </a:t>
            </a:r>
          </a:p>
          <a:p>
            <a:pPr algn="just"/>
            <a:r>
              <a:rPr lang="en-US" dirty="0">
                <a:cs typeface="Calibri"/>
              </a:rPr>
              <a:t>The process continues until the user approves the prototype and finds the working model to be satisfactory. </a:t>
            </a:r>
            <a:endParaRPr lang="en-US" dirty="0">
              <a:ea typeface="+mn-lt"/>
              <a:cs typeface="+mn-lt"/>
            </a:endParaRPr>
          </a:p>
          <a:p>
            <a:pPr algn="just"/>
            <a:endParaRPr lang="en-US" dirty="0">
              <a:cs typeface="Calibri"/>
            </a:endParaRPr>
          </a:p>
        </p:txBody>
      </p:sp>
    </p:spTree>
    <p:extLst>
      <p:ext uri="{BB962C8B-B14F-4D97-AF65-F5344CB8AC3E}">
        <p14:creationId xmlns:p14="http://schemas.microsoft.com/office/powerpoint/2010/main" val="3260619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AB437-F07C-4311-B6E5-E0128AB78559}"/>
              </a:ext>
            </a:extLst>
          </p:cNvPr>
          <p:cNvSpPr>
            <a:spLocks noGrp="1"/>
          </p:cNvSpPr>
          <p:nvPr>
            <p:ph type="title"/>
          </p:nvPr>
        </p:nvSpPr>
        <p:spPr/>
        <p:txBody>
          <a:bodyPr>
            <a:normAutofit fontScale="90000"/>
          </a:bodyPr>
          <a:lstStyle/>
          <a:p>
            <a:r>
              <a:rPr lang="en-US">
                <a:cs typeface="Calibri"/>
              </a:rPr>
              <a:t>Prototype or Transformation Model</a:t>
            </a:r>
            <a:endParaRPr lang="en-US"/>
          </a:p>
        </p:txBody>
      </p:sp>
      <p:sp>
        <p:nvSpPr>
          <p:cNvPr id="3" name="Content Placeholder 2">
            <a:extLst>
              <a:ext uri="{FF2B5EF4-FFF2-40B4-BE49-F238E27FC236}">
                <a16:creationId xmlns:a16="http://schemas.microsoft.com/office/drawing/2014/main" id="{A576BE75-7810-4704-BFB7-6C9E0E4C69A7}"/>
              </a:ext>
            </a:extLst>
          </p:cNvPr>
          <p:cNvSpPr>
            <a:spLocks noGrp="1"/>
          </p:cNvSpPr>
          <p:nvPr>
            <p:ph idx="1"/>
          </p:nvPr>
        </p:nvSpPr>
        <p:spPr/>
        <p:txBody>
          <a:bodyPr vert="horz" lIns="91440" tIns="45720" rIns="91440" bIns="45720" rtlCol="0" anchor="t">
            <a:normAutofit/>
          </a:bodyPr>
          <a:lstStyle/>
          <a:p>
            <a:pPr algn="just"/>
            <a:r>
              <a:rPr lang="en-US">
                <a:ea typeface="+mn-lt"/>
                <a:cs typeface="+mn-lt"/>
              </a:rPr>
              <a:t>Prototyping is defined as the process of developing a working replication of a product or system that has to be engineered. </a:t>
            </a:r>
            <a:endParaRPr lang="en-US"/>
          </a:p>
          <a:p>
            <a:pPr algn="just"/>
            <a:r>
              <a:rPr lang="en-US">
                <a:ea typeface="+mn-lt"/>
                <a:cs typeface="+mn-lt"/>
              </a:rPr>
              <a:t>It offers a small scale facsimile of the end product and is used for obtaining customer feedback as described below: </a:t>
            </a:r>
            <a:endParaRPr lang="en-US">
              <a:cs typeface="Calibri"/>
            </a:endParaRPr>
          </a:p>
        </p:txBody>
      </p:sp>
    </p:spTree>
    <p:extLst>
      <p:ext uri="{BB962C8B-B14F-4D97-AF65-F5344CB8AC3E}">
        <p14:creationId xmlns:p14="http://schemas.microsoft.com/office/powerpoint/2010/main" val="4053814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DE0DA-B433-4744-AEDA-B70935B28285}"/>
              </a:ext>
            </a:extLst>
          </p:cNvPr>
          <p:cNvSpPr>
            <a:spLocks noGrp="1"/>
          </p:cNvSpPr>
          <p:nvPr>
            <p:ph type="title"/>
          </p:nvPr>
        </p:nvSpPr>
        <p:spPr/>
        <p:txBody>
          <a:bodyPr>
            <a:normAutofit fontScale="90000"/>
          </a:bodyPr>
          <a:lstStyle/>
          <a:p>
            <a:r>
              <a:rPr lang="en-US">
                <a:ea typeface="+mj-lt"/>
                <a:cs typeface="+mj-lt"/>
              </a:rPr>
              <a:t>Prototype or Transformation Model</a:t>
            </a:r>
          </a:p>
          <a:p>
            <a:endParaRPr lang="en-US">
              <a:cs typeface="Calibri"/>
            </a:endParaRPr>
          </a:p>
        </p:txBody>
      </p:sp>
      <p:pic>
        <p:nvPicPr>
          <p:cNvPr id="4" name="Picture 4" descr="Diagram&#10;&#10;Description automatically generated">
            <a:extLst>
              <a:ext uri="{FF2B5EF4-FFF2-40B4-BE49-F238E27FC236}">
                <a16:creationId xmlns:a16="http://schemas.microsoft.com/office/drawing/2014/main" id="{582DE90C-119D-4F37-95C7-B342DFC40102}"/>
              </a:ext>
            </a:extLst>
          </p:cNvPr>
          <p:cNvPicPr>
            <a:picLocks noGrp="1" noChangeAspect="1"/>
          </p:cNvPicPr>
          <p:nvPr>
            <p:ph idx="1"/>
          </p:nvPr>
        </p:nvPicPr>
        <p:blipFill>
          <a:blip r:embed="rId2"/>
          <a:stretch>
            <a:fillRect/>
          </a:stretch>
        </p:blipFill>
        <p:spPr>
          <a:xfrm>
            <a:off x="457200" y="1939290"/>
            <a:ext cx="8229600" cy="3847783"/>
          </a:xfrm>
        </p:spPr>
      </p:pic>
    </p:spTree>
    <p:extLst>
      <p:ext uri="{BB962C8B-B14F-4D97-AF65-F5344CB8AC3E}">
        <p14:creationId xmlns:p14="http://schemas.microsoft.com/office/powerpoint/2010/main" val="4120366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F36B-6D64-413F-B39A-E92DFAAB6444}"/>
              </a:ext>
            </a:extLst>
          </p:cNvPr>
          <p:cNvSpPr>
            <a:spLocks noGrp="1"/>
          </p:cNvSpPr>
          <p:nvPr>
            <p:ph type="title"/>
          </p:nvPr>
        </p:nvSpPr>
        <p:spPr/>
        <p:txBody>
          <a:bodyPr>
            <a:normAutofit fontScale="90000"/>
          </a:bodyPr>
          <a:lstStyle/>
          <a:p>
            <a:r>
              <a:rPr lang="en-US">
                <a:ea typeface="+mj-lt"/>
                <a:cs typeface="+mj-lt"/>
              </a:rPr>
              <a:t>Prototype or Transformation Model</a:t>
            </a:r>
          </a:p>
          <a:p>
            <a:endParaRPr lang="en-US">
              <a:cs typeface="Calibri"/>
            </a:endParaRPr>
          </a:p>
        </p:txBody>
      </p:sp>
      <p:sp>
        <p:nvSpPr>
          <p:cNvPr id="3" name="Content Placeholder 2">
            <a:extLst>
              <a:ext uri="{FF2B5EF4-FFF2-40B4-BE49-F238E27FC236}">
                <a16:creationId xmlns:a16="http://schemas.microsoft.com/office/drawing/2014/main" id="{53D17C53-9570-4BDE-9648-7BAE14D2E523}"/>
              </a:ext>
            </a:extLst>
          </p:cNvPr>
          <p:cNvSpPr>
            <a:spLocks noGrp="1"/>
          </p:cNvSpPr>
          <p:nvPr>
            <p:ph idx="1"/>
          </p:nvPr>
        </p:nvSpPr>
        <p:spPr/>
        <p:txBody>
          <a:bodyPr vert="horz" lIns="91440" tIns="45720" rIns="91440" bIns="45720" rtlCol="0" anchor="t">
            <a:normAutofit/>
          </a:bodyPr>
          <a:lstStyle/>
          <a:p>
            <a:pPr algn="just"/>
            <a:r>
              <a:rPr lang="en-US">
                <a:ea typeface="+mn-lt"/>
                <a:cs typeface="+mn-lt"/>
              </a:rPr>
              <a:t>This model is used when the customers do not know the exact project requirements beforehand. </a:t>
            </a:r>
          </a:p>
          <a:p>
            <a:pPr algn="just"/>
            <a:r>
              <a:rPr lang="en-US">
                <a:ea typeface="+mn-lt"/>
                <a:cs typeface="+mn-lt"/>
              </a:rPr>
              <a:t>In this model, a prototype of the end product is first developed, tested and refined as per customer feedback repeatedly till a final acceptable prototype is achieved which forms the basis for developing the final product. </a:t>
            </a:r>
            <a:endParaRPr lang="en-US">
              <a:cs typeface="Calibri"/>
            </a:endParaRPr>
          </a:p>
          <a:p>
            <a:pPr algn="just"/>
            <a:endParaRPr lang="en-US">
              <a:cs typeface="Calibri"/>
            </a:endParaRPr>
          </a:p>
        </p:txBody>
      </p:sp>
    </p:spTree>
    <p:extLst>
      <p:ext uri="{BB962C8B-B14F-4D97-AF65-F5344CB8AC3E}">
        <p14:creationId xmlns:p14="http://schemas.microsoft.com/office/powerpoint/2010/main" val="784182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CD8DE-8F10-49E5-B53A-D4FA4C125D55}"/>
              </a:ext>
            </a:extLst>
          </p:cNvPr>
          <p:cNvSpPr>
            <a:spLocks noGrp="1"/>
          </p:cNvSpPr>
          <p:nvPr>
            <p:ph type="title"/>
          </p:nvPr>
        </p:nvSpPr>
        <p:spPr/>
        <p:txBody>
          <a:bodyPr>
            <a:normAutofit fontScale="90000"/>
          </a:bodyPr>
          <a:lstStyle/>
          <a:p>
            <a:endParaRPr lang="en-US">
              <a:ea typeface="+mj-lt"/>
              <a:cs typeface="+mj-lt"/>
            </a:endParaRPr>
          </a:p>
          <a:p>
            <a:r>
              <a:rPr lang="en-US">
                <a:ea typeface="+mj-lt"/>
                <a:cs typeface="+mj-lt"/>
              </a:rPr>
              <a:t>Prototype or Transformation Model</a:t>
            </a:r>
          </a:p>
          <a:p>
            <a:endParaRPr lang="en-US">
              <a:ea typeface="+mj-lt"/>
              <a:cs typeface="+mj-lt"/>
            </a:endParaRPr>
          </a:p>
          <a:p>
            <a:endParaRPr lang="en-US">
              <a:cs typeface="Calibri"/>
            </a:endParaRPr>
          </a:p>
        </p:txBody>
      </p:sp>
      <p:sp>
        <p:nvSpPr>
          <p:cNvPr id="3" name="Content Placeholder 2">
            <a:extLst>
              <a:ext uri="{FF2B5EF4-FFF2-40B4-BE49-F238E27FC236}">
                <a16:creationId xmlns:a16="http://schemas.microsoft.com/office/drawing/2014/main" id="{AFADBA78-751D-44AB-9CC9-4F39C35B4391}"/>
              </a:ext>
            </a:extLst>
          </p:cNvPr>
          <p:cNvSpPr>
            <a:spLocks noGrp="1"/>
          </p:cNvSpPr>
          <p:nvPr>
            <p:ph idx="1"/>
          </p:nvPr>
        </p:nvSpPr>
        <p:spPr/>
        <p:txBody>
          <a:bodyPr vert="horz" lIns="91440" tIns="45720" rIns="91440" bIns="45720" rtlCol="0" anchor="t">
            <a:normAutofit fontScale="92500"/>
          </a:bodyPr>
          <a:lstStyle/>
          <a:p>
            <a:pPr algn="just"/>
            <a:r>
              <a:rPr lang="en-US">
                <a:cs typeface="Calibri"/>
              </a:rPr>
              <a:t> The time interval between the project begin and final delivery is substantially reduced because all parts of the system are prototyped and tested simultaneously.</a:t>
            </a:r>
          </a:p>
          <a:p>
            <a:pPr algn="just"/>
            <a:r>
              <a:rPr lang="en-US">
                <a:cs typeface="Calibri"/>
              </a:rPr>
              <a:t> Of course, there might be the possibility that the pieces just not fit together due to some lack ness in the development phase – this can only be fixed by careful and complete plotting of the entire system before prototyping starts.</a:t>
            </a:r>
            <a:endParaRPr lang="en-US">
              <a:ea typeface="+mn-lt"/>
              <a:cs typeface="+mn-lt"/>
            </a:endParaRPr>
          </a:p>
          <a:p>
            <a:pPr algn="just"/>
            <a:endParaRPr lang="en-US">
              <a:ea typeface="+mn-lt"/>
              <a:cs typeface="+mn-lt"/>
            </a:endParaRPr>
          </a:p>
          <a:p>
            <a:pPr algn="just"/>
            <a:endParaRPr lang="en-US">
              <a:cs typeface="Calibri"/>
            </a:endParaRPr>
          </a:p>
        </p:txBody>
      </p:sp>
    </p:spTree>
    <p:extLst>
      <p:ext uri="{BB962C8B-B14F-4D97-AF65-F5344CB8AC3E}">
        <p14:creationId xmlns:p14="http://schemas.microsoft.com/office/powerpoint/2010/main" val="517481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89CB6-6A7F-4607-A008-0B21B6F90963}"/>
              </a:ext>
            </a:extLst>
          </p:cNvPr>
          <p:cNvSpPr>
            <a:spLocks noGrp="1"/>
          </p:cNvSpPr>
          <p:nvPr>
            <p:ph type="title"/>
          </p:nvPr>
        </p:nvSpPr>
        <p:spPr/>
        <p:txBody>
          <a:bodyPr>
            <a:normAutofit fontScale="90000"/>
          </a:bodyPr>
          <a:lstStyle/>
          <a:p>
            <a:r>
              <a:rPr lang="en-US">
                <a:ea typeface="+mj-lt"/>
                <a:cs typeface="+mj-lt"/>
              </a:rPr>
              <a:t>Prototype or Transformation Model</a:t>
            </a:r>
          </a:p>
          <a:p>
            <a:endParaRPr lang="en-US">
              <a:cs typeface="Calibri"/>
            </a:endParaRPr>
          </a:p>
        </p:txBody>
      </p:sp>
      <p:sp>
        <p:nvSpPr>
          <p:cNvPr id="3" name="Content Placeholder 2">
            <a:extLst>
              <a:ext uri="{FF2B5EF4-FFF2-40B4-BE49-F238E27FC236}">
                <a16:creationId xmlns:a16="http://schemas.microsoft.com/office/drawing/2014/main" id="{D6A8C2C0-26BB-4E1B-9DC1-9BD96DD76C77}"/>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dirty="0">
                <a:ea typeface="+mn-lt"/>
                <a:cs typeface="+mn-lt"/>
              </a:rPr>
              <a:t>There are four types of model available: </a:t>
            </a:r>
            <a:br>
              <a:rPr lang="en-US" dirty="0">
                <a:ea typeface="+mn-lt"/>
                <a:cs typeface="+mn-lt"/>
              </a:rPr>
            </a:br>
            <a:r>
              <a:rPr lang="en-US" dirty="0">
                <a:ea typeface="+mn-lt"/>
                <a:cs typeface="+mn-lt"/>
              </a:rPr>
              <a:t> </a:t>
            </a:r>
            <a:r>
              <a:rPr lang="en-US" b="1" dirty="0">
                <a:ea typeface="+mn-lt"/>
                <a:cs typeface="+mn-lt"/>
              </a:rPr>
              <a:t>A) Rapid Throwaway Prototyping </a:t>
            </a:r>
            <a:r>
              <a:rPr lang="en-US" dirty="0">
                <a:ea typeface="+mn-lt"/>
                <a:cs typeface="+mn-lt"/>
              </a:rPr>
              <a:t> </a:t>
            </a:r>
            <a:br>
              <a:rPr lang="en-US" dirty="0">
                <a:ea typeface="+mn-lt"/>
                <a:cs typeface="+mn-lt"/>
              </a:rPr>
            </a:br>
            <a:r>
              <a:rPr lang="en-US" dirty="0">
                <a:ea typeface="+mn-lt"/>
                <a:cs typeface="+mn-lt"/>
              </a:rPr>
              <a:t> </a:t>
            </a:r>
          </a:p>
          <a:p>
            <a:pPr algn="just"/>
            <a:r>
              <a:rPr lang="en-US" dirty="0">
                <a:ea typeface="+mn-lt"/>
                <a:cs typeface="+mn-lt"/>
              </a:rPr>
              <a:t>This technique offers a useful method of exploring ideas and getting customer feedback for each of them. </a:t>
            </a:r>
            <a:endParaRPr lang="en-US" dirty="0">
              <a:cs typeface="Calibri"/>
            </a:endParaRPr>
          </a:p>
          <a:p>
            <a:pPr algn="just"/>
            <a:r>
              <a:rPr lang="en-US" dirty="0">
                <a:ea typeface="+mn-lt"/>
                <a:cs typeface="+mn-lt"/>
              </a:rPr>
              <a:t>In this method, a developed prototype need not necessarily be a part of the ultimately accepted prototype. </a:t>
            </a:r>
          </a:p>
          <a:p>
            <a:r>
              <a:rPr lang="en-US" dirty="0">
                <a:ea typeface="+mn-lt"/>
                <a:cs typeface="+mn-lt"/>
              </a:rPr>
              <a:t>Customer feedback helps in preventing unnecessary design faults and hence, the final prototype developed is of better quality. </a:t>
            </a:r>
          </a:p>
          <a:p>
            <a:r>
              <a:rPr lang="en-US" dirty="0">
                <a:ea typeface="+mn-lt"/>
                <a:cs typeface="+mn-lt"/>
              </a:rPr>
              <a:t>Example: HTML mockup of website.</a:t>
            </a:r>
            <a:br>
              <a:rPr lang="en-US" dirty="0">
                <a:ea typeface="+mn-lt"/>
                <a:cs typeface="+mn-lt"/>
              </a:rPr>
            </a:br>
            <a:r>
              <a:rPr lang="en-US" dirty="0">
                <a:ea typeface="+mn-lt"/>
                <a:cs typeface="+mn-lt"/>
              </a:rPr>
              <a:t> </a:t>
            </a:r>
            <a:endParaRPr lang="en-US" dirty="0">
              <a:cs typeface="Calibri"/>
            </a:endParaRPr>
          </a:p>
          <a:p>
            <a:pPr algn="just"/>
            <a:endParaRPr lang="en-US" dirty="0">
              <a:cs typeface="Calibri"/>
            </a:endParaRPr>
          </a:p>
        </p:txBody>
      </p:sp>
    </p:spTree>
    <p:extLst>
      <p:ext uri="{BB962C8B-B14F-4D97-AF65-F5344CB8AC3E}">
        <p14:creationId xmlns:p14="http://schemas.microsoft.com/office/powerpoint/2010/main" val="1737830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1C0E4-D924-4059-9FA5-573458C549BB}"/>
              </a:ext>
            </a:extLst>
          </p:cNvPr>
          <p:cNvSpPr>
            <a:spLocks noGrp="1"/>
          </p:cNvSpPr>
          <p:nvPr>
            <p:ph type="title"/>
          </p:nvPr>
        </p:nvSpPr>
        <p:spPr/>
        <p:txBody>
          <a:bodyPr>
            <a:normAutofit fontScale="90000"/>
          </a:bodyPr>
          <a:lstStyle/>
          <a:p>
            <a:r>
              <a:rPr lang="en-US">
                <a:cs typeface="Calibri"/>
              </a:rPr>
              <a:t>Prototype or Transformation Model</a:t>
            </a:r>
            <a:endParaRPr lang="en-US">
              <a:ea typeface="+mj-lt"/>
              <a:cs typeface="+mj-lt"/>
            </a:endParaRPr>
          </a:p>
          <a:p>
            <a:endParaRPr lang="en-US">
              <a:ea typeface="+mj-lt"/>
              <a:cs typeface="+mj-lt"/>
            </a:endParaRPr>
          </a:p>
          <a:p>
            <a:endParaRPr lang="en-US">
              <a:cs typeface="Calibri"/>
            </a:endParaRPr>
          </a:p>
        </p:txBody>
      </p:sp>
      <p:sp>
        <p:nvSpPr>
          <p:cNvPr id="3" name="Content Placeholder 2">
            <a:extLst>
              <a:ext uri="{FF2B5EF4-FFF2-40B4-BE49-F238E27FC236}">
                <a16:creationId xmlns:a16="http://schemas.microsoft.com/office/drawing/2014/main" id="{0E1519BE-AB0C-433F-9568-F7F1C3DE6D64}"/>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b="1" dirty="0">
                <a:cs typeface="Calibri"/>
              </a:rPr>
              <a:t>B) Evolutionary Prototyping </a:t>
            </a:r>
            <a:br>
              <a:rPr lang="en-US" dirty="0">
                <a:cs typeface="Calibri"/>
              </a:rPr>
            </a:br>
            <a:endParaRPr lang="en-US" dirty="0">
              <a:cs typeface="Calibri"/>
            </a:endParaRPr>
          </a:p>
          <a:p>
            <a:pPr marL="457200" indent="-457200" algn="just"/>
            <a:r>
              <a:rPr lang="en-US" dirty="0">
                <a:cs typeface="Calibri"/>
              </a:rPr>
              <a:t>In this method, the prototype developed initially is incrementally refined on the basis of customer feedback till it finally gets accepted.</a:t>
            </a:r>
          </a:p>
          <a:p>
            <a:pPr marL="457200" indent="-457200" algn="just"/>
            <a:r>
              <a:rPr lang="en-US" dirty="0">
                <a:cs typeface="Calibri"/>
              </a:rPr>
              <a:t> In comparison to Rapid Throwaway Prototyping, it offers a better approach which saves time as well as effort. </a:t>
            </a:r>
          </a:p>
          <a:p>
            <a:pPr marL="457200" indent="-457200" algn="just"/>
            <a:r>
              <a:rPr lang="en-US" dirty="0">
                <a:cs typeface="Calibri"/>
              </a:rPr>
              <a:t>This is because developing a prototype from scratch for every iteration of the process can sometimes be very frustrating for the developers. </a:t>
            </a:r>
          </a:p>
          <a:p>
            <a:pPr marL="0" indent="0">
              <a:buNone/>
            </a:pPr>
            <a:r>
              <a:rPr lang="en-US" dirty="0" err="1">
                <a:cs typeface="Calibri"/>
              </a:rPr>
              <a:t>Moble</a:t>
            </a:r>
            <a:r>
              <a:rPr lang="en-US" dirty="0">
                <a:cs typeface="Calibri"/>
              </a:rPr>
              <a:t> </a:t>
            </a:r>
            <a:r>
              <a:rPr lang="en-US" dirty="0" err="1">
                <a:cs typeface="Calibri"/>
              </a:rPr>
              <a:t>apps’s</a:t>
            </a:r>
            <a:r>
              <a:rPr lang="en-US" dirty="0">
                <a:cs typeface="Calibri"/>
              </a:rPr>
              <a:t> multiple updated version.</a:t>
            </a:r>
            <a:br>
              <a:rPr lang="en-US" dirty="0">
                <a:cs typeface="Calibri"/>
              </a:rPr>
            </a:br>
            <a:r>
              <a:rPr lang="en-US" dirty="0">
                <a:cs typeface="Calibri"/>
              </a:rPr>
              <a:t> </a:t>
            </a:r>
            <a:endParaRPr lang="en-US" dirty="0">
              <a:ea typeface="+mn-lt"/>
              <a:cs typeface="+mn-lt"/>
            </a:endParaRPr>
          </a:p>
          <a:p>
            <a:pPr algn="just"/>
            <a:endParaRPr lang="en-US" dirty="0">
              <a:ea typeface="+mn-lt"/>
              <a:cs typeface="+mn-lt"/>
            </a:endParaRPr>
          </a:p>
        </p:txBody>
      </p:sp>
    </p:spTree>
    <p:extLst>
      <p:ext uri="{BB962C8B-B14F-4D97-AF65-F5344CB8AC3E}">
        <p14:creationId xmlns:p14="http://schemas.microsoft.com/office/powerpoint/2010/main" val="1353605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C67C6-22AA-4A9F-8495-843AA3AF70E8}"/>
              </a:ext>
            </a:extLst>
          </p:cNvPr>
          <p:cNvSpPr>
            <a:spLocks noGrp="1"/>
          </p:cNvSpPr>
          <p:nvPr>
            <p:ph type="title"/>
          </p:nvPr>
        </p:nvSpPr>
        <p:spPr/>
        <p:txBody>
          <a:bodyPr>
            <a:normAutofit fontScale="90000"/>
          </a:bodyPr>
          <a:lstStyle/>
          <a:p>
            <a:r>
              <a:rPr lang="en-US">
                <a:cs typeface="Calibri"/>
              </a:rPr>
              <a:t>Prototype or Transformation Model</a:t>
            </a:r>
            <a:endParaRPr lang="en-US">
              <a:ea typeface="+mj-lt"/>
              <a:cs typeface="+mj-lt"/>
            </a:endParaRPr>
          </a:p>
          <a:p>
            <a:endParaRPr lang="en-US">
              <a:ea typeface="+mj-lt"/>
              <a:cs typeface="+mj-lt"/>
            </a:endParaRPr>
          </a:p>
          <a:p>
            <a:endParaRPr lang="en-US">
              <a:cs typeface="Calibri"/>
            </a:endParaRPr>
          </a:p>
        </p:txBody>
      </p:sp>
      <p:sp>
        <p:nvSpPr>
          <p:cNvPr id="3" name="Content Placeholder 2">
            <a:extLst>
              <a:ext uri="{FF2B5EF4-FFF2-40B4-BE49-F238E27FC236}">
                <a16:creationId xmlns:a16="http://schemas.microsoft.com/office/drawing/2014/main" id="{A1A87C7D-CE00-4B4E-8B41-6853ECF8E7D8}"/>
              </a:ext>
            </a:extLst>
          </p:cNvPr>
          <p:cNvSpPr>
            <a:spLocks noGrp="1"/>
          </p:cNvSpPr>
          <p:nvPr>
            <p:ph idx="1"/>
          </p:nvPr>
        </p:nvSpPr>
        <p:spPr/>
        <p:txBody>
          <a:bodyPr vert="horz" lIns="91440" tIns="45720" rIns="91440" bIns="45720" rtlCol="0" anchor="t">
            <a:normAutofit fontScale="77500" lnSpcReduction="20000"/>
          </a:bodyPr>
          <a:lstStyle/>
          <a:p>
            <a:pPr marL="0" indent="0" algn="just">
              <a:buNone/>
            </a:pPr>
            <a:r>
              <a:rPr lang="en-US" b="1" dirty="0">
                <a:ea typeface="+mn-lt"/>
                <a:cs typeface="+mn-lt"/>
              </a:rPr>
              <a:t>C) Incremental Prototyping –</a:t>
            </a:r>
            <a:r>
              <a:rPr lang="en-US" dirty="0">
                <a:ea typeface="+mn-lt"/>
                <a:cs typeface="+mn-lt"/>
              </a:rPr>
              <a:t> </a:t>
            </a:r>
            <a:endParaRPr lang="en-US" dirty="0">
              <a:cs typeface="Calibri"/>
            </a:endParaRPr>
          </a:p>
          <a:p>
            <a:pPr algn="just"/>
            <a:r>
              <a:rPr lang="en-US" dirty="0">
                <a:ea typeface="+mn-lt"/>
                <a:cs typeface="+mn-lt"/>
              </a:rPr>
              <a:t>In this type of incremental Prototyping, the final expected product is broken into different small pieces of prototypes and being developed individually.</a:t>
            </a:r>
          </a:p>
          <a:p>
            <a:pPr algn="just"/>
            <a:r>
              <a:rPr lang="en-US" dirty="0">
                <a:ea typeface="+mn-lt"/>
                <a:cs typeface="+mn-lt"/>
              </a:rPr>
              <a:t> In the end, when all individual pieces are properly developed, then the different prototypes are collectively merged into a single final product in their predefined order. </a:t>
            </a:r>
          </a:p>
          <a:p>
            <a:pPr algn="just"/>
            <a:r>
              <a:rPr lang="en-US" dirty="0">
                <a:ea typeface="+mn-lt"/>
                <a:cs typeface="+mn-lt"/>
              </a:rPr>
              <a:t>It’s a very efficient approach that reduces the complexity of the development process, where the goal is divided into sub-parts and each sub-part is developed individually.</a:t>
            </a:r>
          </a:p>
          <a:p>
            <a:pPr algn="just"/>
            <a:r>
              <a:rPr lang="en-US" dirty="0">
                <a:ea typeface="+mn-lt"/>
                <a:cs typeface="+mn-lt"/>
              </a:rPr>
              <a:t>For example: E-commerce site  payment module, product module, cart module, are developed separately and finally integrated</a:t>
            </a:r>
          </a:p>
          <a:p>
            <a:pPr algn="just"/>
            <a:endParaRPr lang="en-US" dirty="0">
              <a:cs typeface="Calibri"/>
            </a:endParaRPr>
          </a:p>
          <a:p>
            <a:pPr algn="just"/>
            <a:endParaRPr lang="en-US" dirty="0">
              <a:cs typeface="Calibri"/>
            </a:endParaRPr>
          </a:p>
        </p:txBody>
      </p:sp>
    </p:spTree>
    <p:extLst>
      <p:ext uri="{BB962C8B-B14F-4D97-AF65-F5344CB8AC3E}">
        <p14:creationId xmlns:p14="http://schemas.microsoft.com/office/powerpoint/2010/main" val="3191697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28D9D-F062-42F6-94EA-8E3F64EA4EEB}"/>
              </a:ext>
            </a:extLst>
          </p:cNvPr>
          <p:cNvSpPr>
            <a:spLocks noGrp="1"/>
          </p:cNvSpPr>
          <p:nvPr>
            <p:ph type="title"/>
          </p:nvPr>
        </p:nvSpPr>
        <p:spPr/>
        <p:txBody>
          <a:bodyPr>
            <a:normAutofit fontScale="90000"/>
          </a:bodyPr>
          <a:lstStyle/>
          <a:p>
            <a:r>
              <a:rPr lang="en-US">
                <a:cs typeface="Calibri"/>
              </a:rPr>
              <a:t>Prototype or Transformation Model</a:t>
            </a:r>
            <a:endParaRPr lang="en-US">
              <a:ea typeface="+mj-lt"/>
              <a:cs typeface="+mj-lt"/>
            </a:endParaRPr>
          </a:p>
          <a:p>
            <a:endParaRPr lang="en-US">
              <a:ea typeface="+mj-lt"/>
              <a:cs typeface="+mj-lt"/>
            </a:endParaRPr>
          </a:p>
          <a:p>
            <a:endParaRPr lang="en-US">
              <a:cs typeface="Calibri"/>
            </a:endParaRPr>
          </a:p>
        </p:txBody>
      </p:sp>
      <p:sp>
        <p:nvSpPr>
          <p:cNvPr id="3" name="Content Placeholder 2">
            <a:extLst>
              <a:ext uri="{FF2B5EF4-FFF2-40B4-BE49-F238E27FC236}">
                <a16:creationId xmlns:a16="http://schemas.microsoft.com/office/drawing/2014/main" id="{B5471FEE-05F4-4C96-80F5-D0B2274A4E33}"/>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b="1" dirty="0">
                <a:cs typeface="Calibri"/>
              </a:rPr>
              <a:t>D) Extreme Prototyping – </a:t>
            </a:r>
            <a:endParaRPr lang="en-US" dirty="0">
              <a:cs typeface="Calibri"/>
            </a:endParaRPr>
          </a:p>
          <a:p>
            <a:pPr marL="0" indent="0">
              <a:buNone/>
            </a:pPr>
            <a:r>
              <a:rPr lang="en-US" dirty="0">
                <a:cs typeface="Calibri"/>
              </a:rPr>
              <a:t>This method is mainly used for web development. It is consists of three sequential independent phases:</a:t>
            </a:r>
            <a:endParaRPr lang="en-US" dirty="0">
              <a:ea typeface="+mn-lt"/>
              <a:cs typeface="+mn-lt"/>
            </a:endParaRPr>
          </a:p>
          <a:p>
            <a:r>
              <a:rPr lang="en-US" b="1" dirty="0">
                <a:cs typeface="Calibri"/>
              </a:rPr>
              <a:t>D.1) </a:t>
            </a:r>
            <a:r>
              <a:rPr lang="en-US" dirty="0">
                <a:cs typeface="Calibri"/>
              </a:rPr>
              <a:t>In this phase a basic prototype with all the existing static pages are presented in the HTML format.</a:t>
            </a:r>
            <a:endParaRPr lang="en-US" dirty="0">
              <a:ea typeface="+mn-lt"/>
              <a:cs typeface="+mn-lt"/>
            </a:endParaRPr>
          </a:p>
          <a:p>
            <a:r>
              <a:rPr lang="en-US" b="1" dirty="0">
                <a:cs typeface="Calibri"/>
              </a:rPr>
              <a:t>D.2)</a:t>
            </a:r>
            <a:r>
              <a:rPr lang="en-US" dirty="0">
                <a:cs typeface="Calibri"/>
              </a:rPr>
              <a:t>  In the 2nd phase, Functional screens are made with a simulate data process using a prototype services layer.</a:t>
            </a:r>
            <a:endParaRPr lang="en-US" dirty="0">
              <a:ea typeface="+mn-lt"/>
              <a:cs typeface="+mn-lt"/>
            </a:endParaRPr>
          </a:p>
          <a:p>
            <a:r>
              <a:rPr lang="en-US" b="1" dirty="0">
                <a:cs typeface="Calibri"/>
              </a:rPr>
              <a:t>D.3)</a:t>
            </a:r>
            <a:r>
              <a:rPr lang="en-US" dirty="0">
                <a:cs typeface="Calibri"/>
              </a:rPr>
              <a:t> This is the final step where all the services are implemented and associated with the final prototype.</a:t>
            </a:r>
          </a:p>
          <a:p>
            <a:r>
              <a:rPr lang="en-US" dirty="0">
                <a:ea typeface="+mn-lt"/>
                <a:cs typeface="Calibri"/>
              </a:rPr>
              <a:t>Example: Banking web app</a:t>
            </a:r>
          </a:p>
          <a:p>
            <a:r>
              <a:rPr lang="en-US" dirty="0">
                <a:ea typeface="+mn-lt"/>
                <a:cs typeface="Calibri"/>
              </a:rPr>
              <a:t>UI---mock API---Real API integrate</a:t>
            </a:r>
            <a:endParaRPr lang="en-US" dirty="0">
              <a:ea typeface="+mn-lt"/>
              <a:cs typeface="+mn-lt"/>
            </a:endParaRPr>
          </a:p>
          <a:p>
            <a:endParaRPr lang="en-US" dirty="0">
              <a:ea typeface="+mn-lt"/>
              <a:cs typeface="+mn-lt"/>
            </a:endParaRPr>
          </a:p>
          <a:p>
            <a:endParaRPr lang="en-US" dirty="0">
              <a:cs typeface="Calibri"/>
            </a:endParaRPr>
          </a:p>
        </p:txBody>
      </p:sp>
    </p:spTree>
    <p:extLst>
      <p:ext uri="{BB962C8B-B14F-4D97-AF65-F5344CB8AC3E}">
        <p14:creationId xmlns:p14="http://schemas.microsoft.com/office/powerpoint/2010/main" val="2413564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38817-3931-49B0-8952-13F21D0E1B8E}"/>
              </a:ext>
            </a:extLst>
          </p:cNvPr>
          <p:cNvSpPr>
            <a:spLocks noGrp="1"/>
          </p:cNvSpPr>
          <p:nvPr>
            <p:ph type="title"/>
          </p:nvPr>
        </p:nvSpPr>
        <p:spPr/>
        <p:txBody>
          <a:bodyPr/>
          <a:lstStyle/>
          <a:p>
            <a:r>
              <a:rPr lang="en-US" b="1">
                <a:cs typeface="Calibri"/>
              </a:rPr>
              <a:t>Advantages –</a:t>
            </a:r>
            <a:endParaRPr lang="en-US"/>
          </a:p>
        </p:txBody>
      </p:sp>
      <p:sp>
        <p:nvSpPr>
          <p:cNvPr id="3" name="Content Placeholder 2">
            <a:extLst>
              <a:ext uri="{FF2B5EF4-FFF2-40B4-BE49-F238E27FC236}">
                <a16:creationId xmlns:a16="http://schemas.microsoft.com/office/drawing/2014/main" id="{B28C8819-B9A1-4BA9-BC9F-CF0FAE87F733}"/>
              </a:ext>
            </a:extLst>
          </p:cNvPr>
          <p:cNvSpPr>
            <a:spLocks noGrp="1"/>
          </p:cNvSpPr>
          <p:nvPr>
            <p:ph idx="1"/>
          </p:nvPr>
        </p:nvSpPr>
        <p:spPr/>
        <p:txBody>
          <a:bodyPr vert="horz" lIns="91440" tIns="45720" rIns="91440" bIns="45720" rtlCol="0" anchor="t">
            <a:normAutofit fontScale="77500" lnSpcReduction="20000"/>
          </a:bodyPr>
          <a:lstStyle/>
          <a:p>
            <a:pPr algn="just"/>
            <a:r>
              <a:rPr lang="en-US" dirty="0">
                <a:ea typeface="+mn-lt"/>
                <a:cs typeface="+mn-lt"/>
              </a:rPr>
              <a:t>The customers get to see the partial product early in the life cycle, which ensures a greater level of customer satisfaction and comfort.</a:t>
            </a:r>
            <a:endParaRPr lang="en-US" dirty="0">
              <a:cs typeface="Calibri"/>
            </a:endParaRPr>
          </a:p>
          <a:p>
            <a:pPr algn="just"/>
            <a:r>
              <a:rPr lang="en-US" dirty="0">
                <a:ea typeface="+mn-lt"/>
                <a:cs typeface="+mn-lt"/>
              </a:rPr>
              <a:t>New requirements can be easily accommodated as there is scope for refinement.</a:t>
            </a:r>
            <a:endParaRPr lang="en-US" dirty="0">
              <a:cs typeface="Calibri"/>
            </a:endParaRPr>
          </a:p>
          <a:p>
            <a:pPr algn="just"/>
            <a:r>
              <a:rPr lang="en-US" dirty="0">
                <a:ea typeface="+mn-lt"/>
                <a:cs typeface="+mn-lt"/>
              </a:rPr>
              <a:t>Missing functionalities can be easily figured out.</a:t>
            </a:r>
            <a:endParaRPr lang="en-US" dirty="0">
              <a:cs typeface="Calibri"/>
            </a:endParaRPr>
          </a:p>
          <a:p>
            <a:pPr algn="just"/>
            <a:r>
              <a:rPr lang="en-US" dirty="0">
                <a:ea typeface="+mn-lt"/>
                <a:cs typeface="+mn-lt"/>
              </a:rPr>
              <a:t>Errors can be detected much earlier thereby saving a lot of effort and cost, besides enhancing the quality of the software.</a:t>
            </a:r>
            <a:endParaRPr lang="en-US" dirty="0">
              <a:cs typeface="Calibri"/>
            </a:endParaRPr>
          </a:p>
          <a:p>
            <a:pPr algn="just"/>
            <a:r>
              <a:rPr lang="en-US" dirty="0">
                <a:ea typeface="+mn-lt"/>
                <a:cs typeface="+mn-lt"/>
              </a:rPr>
              <a:t>The developed prototype can be reused by the developer for more complicated projects in the future. </a:t>
            </a:r>
            <a:br>
              <a:rPr lang="en-US" dirty="0">
                <a:ea typeface="+mn-lt"/>
                <a:cs typeface="+mn-lt"/>
              </a:rPr>
            </a:br>
            <a:r>
              <a:rPr lang="en-US" dirty="0">
                <a:ea typeface="+mn-lt"/>
                <a:cs typeface="+mn-lt"/>
              </a:rPr>
              <a:t> </a:t>
            </a:r>
            <a:endParaRPr lang="en-US" dirty="0">
              <a:cs typeface="Calibri"/>
            </a:endParaRPr>
          </a:p>
          <a:p>
            <a:pPr algn="just"/>
            <a:r>
              <a:rPr lang="en-US" dirty="0">
                <a:ea typeface="+mn-lt"/>
                <a:cs typeface="+mn-lt"/>
              </a:rPr>
              <a:t>Flexibility in design.</a:t>
            </a:r>
            <a:endParaRPr lang="en-US" dirty="0">
              <a:cs typeface="Calibri"/>
            </a:endParaRPr>
          </a:p>
          <a:p>
            <a:pPr algn="just"/>
            <a:endParaRPr lang="en-US" dirty="0">
              <a:cs typeface="Calibri"/>
            </a:endParaRPr>
          </a:p>
        </p:txBody>
      </p:sp>
    </p:spTree>
    <p:extLst>
      <p:ext uri="{BB962C8B-B14F-4D97-AF65-F5344CB8AC3E}">
        <p14:creationId xmlns:p14="http://schemas.microsoft.com/office/powerpoint/2010/main" val="315295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AD959-0DF9-44D6-9935-F4150E17C6B4}"/>
              </a:ext>
            </a:extLst>
          </p:cNvPr>
          <p:cNvSpPr>
            <a:spLocks noGrp="1"/>
          </p:cNvSpPr>
          <p:nvPr>
            <p:ph type="title"/>
          </p:nvPr>
        </p:nvSpPr>
        <p:spPr/>
        <p:txBody>
          <a:bodyPr/>
          <a:lstStyle/>
          <a:p>
            <a:r>
              <a:rPr lang="en-US" b="1">
                <a:ea typeface="+mj-lt"/>
                <a:cs typeface="+mj-lt"/>
              </a:rPr>
              <a:t>Disadvantages –</a:t>
            </a:r>
            <a:endParaRPr lang="en-US">
              <a:ea typeface="+mj-lt"/>
              <a:cs typeface="+mj-lt"/>
            </a:endParaRPr>
          </a:p>
        </p:txBody>
      </p:sp>
      <p:sp>
        <p:nvSpPr>
          <p:cNvPr id="3" name="Content Placeholder 2">
            <a:extLst>
              <a:ext uri="{FF2B5EF4-FFF2-40B4-BE49-F238E27FC236}">
                <a16:creationId xmlns:a16="http://schemas.microsoft.com/office/drawing/2014/main" id="{DC0F5789-7E38-45F6-BB72-56F8FFDD689E}"/>
              </a:ext>
            </a:extLst>
          </p:cNvPr>
          <p:cNvSpPr>
            <a:spLocks noGrp="1"/>
          </p:cNvSpPr>
          <p:nvPr>
            <p:ph idx="1"/>
          </p:nvPr>
        </p:nvSpPr>
        <p:spPr/>
        <p:txBody>
          <a:bodyPr vert="horz" lIns="91440" tIns="45720" rIns="91440" bIns="45720" rtlCol="0" anchor="t">
            <a:normAutofit fontScale="62500" lnSpcReduction="20000"/>
          </a:bodyPr>
          <a:lstStyle/>
          <a:p>
            <a:pPr marL="457200" indent="-457200" algn="just"/>
            <a:r>
              <a:rPr lang="en-US" dirty="0">
                <a:cs typeface="Calibri"/>
              </a:rPr>
              <a:t>Costly w.r.t time as well as money.</a:t>
            </a:r>
            <a:endParaRPr lang="en-US" dirty="0">
              <a:ea typeface="+mn-lt"/>
              <a:cs typeface="+mn-lt"/>
            </a:endParaRPr>
          </a:p>
          <a:p>
            <a:pPr marL="457200" indent="-457200" algn="just"/>
            <a:r>
              <a:rPr lang="en-US" dirty="0">
                <a:cs typeface="Calibri"/>
              </a:rPr>
              <a:t>There may be too much variation in requirements each time the prototype is evaluated by the customer.</a:t>
            </a:r>
            <a:endParaRPr lang="en-US" dirty="0">
              <a:ea typeface="+mn-lt"/>
              <a:cs typeface="+mn-lt"/>
            </a:endParaRPr>
          </a:p>
          <a:p>
            <a:pPr marL="0" indent="0" algn="just">
              <a:buNone/>
            </a:pPr>
            <a:endParaRPr lang="en-US" dirty="0">
              <a:ea typeface="+mn-lt"/>
              <a:cs typeface="+mn-lt"/>
            </a:endParaRPr>
          </a:p>
          <a:p>
            <a:pPr marL="457200" indent="-457200" algn="just"/>
            <a:r>
              <a:rPr lang="en-US" dirty="0">
                <a:cs typeface="Calibri"/>
              </a:rPr>
              <a:t>It is very difficult for developers to accommodate all the changes demanded by the customer.</a:t>
            </a:r>
            <a:endParaRPr lang="en-US" dirty="0">
              <a:ea typeface="+mn-lt"/>
              <a:cs typeface="+mn-lt"/>
            </a:endParaRPr>
          </a:p>
          <a:p>
            <a:pPr marL="457200" indent="-457200" algn="just"/>
            <a:r>
              <a:rPr lang="en-US" dirty="0">
                <a:cs typeface="Calibri"/>
              </a:rPr>
              <a:t>There is uncertainty in determining the number of iterations that would be required before the prototype is finally accepted by the customer.</a:t>
            </a:r>
            <a:endParaRPr lang="en-US" dirty="0">
              <a:ea typeface="+mn-lt"/>
              <a:cs typeface="+mn-lt"/>
            </a:endParaRPr>
          </a:p>
          <a:p>
            <a:pPr marL="457200" indent="-457200" algn="just"/>
            <a:r>
              <a:rPr lang="en-US" dirty="0">
                <a:cs typeface="Calibri"/>
              </a:rPr>
              <a:t>After seeing an early prototype, the customers sometimes demand the actual product to be delivered soon.</a:t>
            </a:r>
            <a:endParaRPr lang="en-US" dirty="0">
              <a:ea typeface="+mn-lt"/>
              <a:cs typeface="+mn-lt"/>
            </a:endParaRPr>
          </a:p>
          <a:p>
            <a:pPr marL="457200" indent="-457200" algn="just"/>
            <a:r>
              <a:rPr lang="en-US" dirty="0">
                <a:cs typeface="Calibri"/>
              </a:rPr>
              <a:t>Developers in a hurry to build prototypes may end up with sub-optimal solutions.</a:t>
            </a:r>
            <a:endParaRPr lang="en-US" dirty="0">
              <a:ea typeface="+mn-lt"/>
              <a:cs typeface="+mn-lt"/>
            </a:endParaRPr>
          </a:p>
          <a:p>
            <a:pPr marL="457200" indent="-457200" algn="just"/>
            <a:r>
              <a:rPr lang="en-US" dirty="0">
                <a:cs typeface="Calibri"/>
              </a:rPr>
              <a:t>The customer might lose interest in the product if he/she is not satisfied with the initial prototype.</a:t>
            </a:r>
            <a:endParaRPr lang="en-US" dirty="0">
              <a:ea typeface="+mn-lt"/>
              <a:cs typeface="+mn-lt"/>
            </a:endParaRPr>
          </a:p>
          <a:p>
            <a:pPr marL="457200" indent="-457200" algn="just"/>
            <a:endParaRPr lang="en-US" dirty="0">
              <a:ea typeface="+mn-lt"/>
              <a:cs typeface="+mn-lt"/>
            </a:endParaRPr>
          </a:p>
          <a:p>
            <a:pPr marL="457200" indent="-457200" algn="just"/>
            <a:endParaRPr lang="en-US" dirty="0">
              <a:cs typeface="Calibri"/>
            </a:endParaRPr>
          </a:p>
        </p:txBody>
      </p:sp>
    </p:spTree>
    <p:extLst>
      <p:ext uri="{BB962C8B-B14F-4D97-AF65-F5344CB8AC3E}">
        <p14:creationId xmlns:p14="http://schemas.microsoft.com/office/powerpoint/2010/main" val="1952531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Spiral model</a:t>
            </a:r>
          </a:p>
        </p:txBody>
      </p:sp>
      <p:pic>
        <p:nvPicPr>
          <p:cNvPr id="4" name="Content Placeholder 3"/>
          <p:cNvPicPr>
            <a:picLocks noGrp="1" noChangeAspect="1"/>
          </p:cNvPicPr>
          <p:nvPr>
            <p:ph idx="1"/>
          </p:nvPr>
        </p:nvPicPr>
        <p:blipFill>
          <a:blip r:embed="rId2"/>
          <a:stretch>
            <a:fillRect/>
          </a:stretch>
        </p:blipFill>
        <p:spPr>
          <a:xfrm>
            <a:off x="325120" y="1117600"/>
            <a:ext cx="8473440" cy="5008563"/>
          </a:xfrm>
          <a:prstGeom prst="rect">
            <a:avLst/>
          </a:prstGeom>
        </p:spPr>
      </p:pic>
    </p:spTree>
    <p:extLst>
      <p:ext uri="{BB962C8B-B14F-4D97-AF65-F5344CB8AC3E}">
        <p14:creationId xmlns:p14="http://schemas.microsoft.com/office/powerpoint/2010/main" val="3051341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D73F9-602C-4AE8-97F8-C9640C7D82DF}"/>
              </a:ext>
            </a:extLst>
          </p:cNvPr>
          <p:cNvSpPr>
            <a:spLocks noGrp="1"/>
          </p:cNvSpPr>
          <p:nvPr>
            <p:ph type="title"/>
          </p:nvPr>
        </p:nvSpPr>
        <p:spPr/>
        <p:txBody>
          <a:bodyPr/>
          <a:lstStyle/>
          <a:p>
            <a:r>
              <a:rPr lang="en-US"/>
              <a:t>Spiral Model</a:t>
            </a:r>
          </a:p>
        </p:txBody>
      </p:sp>
      <p:sp>
        <p:nvSpPr>
          <p:cNvPr id="3" name="Content Placeholder 2">
            <a:extLst>
              <a:ext uri="{FF2B5EF4-FFF2-40B4-BE49-F238E27FC236}">
                <a16:creationId xmlns:a16="http://schemas.microsoft.com/office/drawing/2014/main" id="{B5E34C3A-F780-4F14-8EA1-4B44D5D59AC9}"/>
              </a:ext>
            </a:extLst>
          </p:cNvPr>
          <p:cNvSpPr>
            <a:spLocks noGrp="1"/>
          </p:cNvSpPr>
          <p:nvPr>
            <p:ph idx="1"/>
          </p:nvPr>
        </p:nvSpPr>
        <p:spPr/>
        <p:txBody>
          <a:bodyPr>
            <a:normAutofit/>
          </a:bodyPr>
          <a:lstStyle/>
          <a:p>
            <a:pPr algn="just"/>
            <a:r>
              <a:rPr lang="en-US" dirty="0"/>
              <a:t>Looks like a spiral with many loops. </a:t>
            </a:r>
          </a:p>
          <a:p>
            <a:pPr algn="just"/>
            <a:r>
              <a:rPr lang="en-US" dirty="0"/>
              <a:t>Also called risk handling model</a:t>
            </a:r>
          </a:p>
          <a:p>
            <a:pPr algn="just"/>
            <a:r>
              <a:rPr lang="en-US" dirty="0"/>
              <a:t>Number of loops of the spiral is unknown and can vary from project to project.</a:t>
            </a:r>
          </a:p>
          <a:p>
            <a:pPr algn="just"/>
            <a:r>
              <a:rPr lang="en-US" dirty="0"/>
              <a:t> Each loop of the spiral is called a Phase of the software development process. </a:t>
            </a:r>
          </a:p>
          <a:p>
            <a:pPr algn="just"/>
            <a:endParaRPr lang="en-US" dirty="0"/>
          </a:p>
        </p:txBody>
      </p:sp>
    </p:spTree>
    <p:extLst>
      <p:ext uri="{BB962C8B-B14F-4D97-AF65-F5344CB8AC3E}">
        <p14:creationId xmlns:p14="http://schemas.microsoft.com/office/powerpoint/2010/main" val="2326318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A492C-FF0B-4F35-930A-EC565CBB4861}"/>
              </a:ext>
            </a:extLst>
          </p:cNvPr>
          <p:cNvSpPr>
            <a:spLocks noGrp="1"/>
          </p:cNvSpPr>
          <p:nvPr>
            <p:ph type="title"/>
          </p:nvPr>
        </p:nvSpPr>
        <p:spPr/>
        <p:txBody>
          <a:bodyPr/>
          <a:lstStyle/>
          <a:p>
            <a:r>
              <a:rPr lang="en-US"/>
              <a:t>Spiral Model</a:t>
            </a:r>
          </a:p>
        </p:txBody>
      </p:sp>
      <p:sp>
        <p:nvSpPr>
          <p:cNvPr id="3" name="Content Placeholder 2">
            <a:extLst>
              <a:ext uri="{FF2B5EF4-FFF2-40B4-BE49-F238E27FC236}">
                <a16:creationId xmlns:a16="http://schemas.microsoft.com/office/drawing/2014/main" id="{8AFA7936-0D85-4BD8-8AAC-CE5D5C8EFFEB}"/>
              </a:ext>
            </a:extLst>
          </p:cNvPr>
          <p:cNvSpPr>
            <a:spLocks noGrp="1"/>
          </p:cNvSpPr>
          <p:nvPr>
            <p:ph idx="1"/>
          </p:nvPr>
        </p:nvSpPr>
        <p:spPr/>
        <p:txBody>
          <a:bodyPr/>
          <a:lstStyle/>
          <a:p>
            <a:pPr algn="just"/>
            <a:r>
              <a:rPr lang="en-US"/>
              <a:t>The exact number of phases needed to develop the product can be varied by the project manager depending upon the project risks. </a:t>
            </a:r>
          </a:p>
          <a:p>
            <a:pPr algn="just"/>
            <a:r>
              <a:rPr lang="en-US"/>
              <a:t>As the project manager dynamically determines the number of phases, so the project manager has an important role to develop a product using the spiral model. </a:t>
            </a:r>
          </a:p>
          <a:p>
            <a:pPr algn="just"/>
            <a:endParaRPr lang="en-US"/>
          </a:p>
        </p:txBody>
      </p:sp>
    </p:spTree>
    <p:extLst>
      <p:ext uri="{BB962C8B-B14F-4D97-AF65-F5344CB8AC3E}">
        <p14:creationId xmlns:p14="http://schemas.microsoft.com/office/powerpoint/2010/main" val="2965107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3A6BA-7EB8-43A2-8A88-EBD9BB06F0EF}"/>
              </a:ext>
            </a:extLst>
          </p:cNvPr>
          <p:cNvSpPr>
            <a:spLocks noGrp="1"/>
          </p:cNvSpPr>
          <p:nvPr>
            <p:ph type="title"/>
          </p:nvPr>
        </p:nvSpPr>
        <p:spPr/>
        <p:txBody>
          <a:bodyPr/>
          <a:lstStyle/>
          <a:p>
            <a:r>
              <a:rPr lang="en-US"/>
              <a:t>Spiral Model</a:t>
            </a:r>
          </a:p>
        </p:txBody>
      </p:sp>
      <p:sp>
        <p:nvSpPr>
          <p:cNvPr id="3" name="Content Placeholder 2">
            <a:extLst>
              <a:ext uri="{FF2B5EF4-FFF2-40B4-BE49-F238E27FC236}">
                <a16:creationId xmlns:a16="http://schemas.microsoft.com/office/drawing/2014/main" id="{9B7DD1BD-31E0-4A89-8072-688958294042}"/>
              </a:ext>
            </a:extLst>
          </p:cNvPr>
          <p:cNvSpPr>
            <a:spLocks noGrp="1"/>
          </p:cNvSpPr>
          <p:nvPr>
            <p:ph idx="1"/>
          </p:nvPr>
        </p:nvSpPr>
        <p:spPr/>
        <p:txBody>
          <a:bodyPr vert="horz" lIns="91440" tIns="45720" rIns="91440" bIns="45720" rtlCol="0" anchor="t">
            <a:normAutofit/>
          </a:bodyPr>
          <a:lstStyle/>
          <a:p>
            <a:pPr algn="just"/>
            <a:r>
              <a:rPr lang="en-US"/>
              <a:t>The Radius of the spiral at any point represents the expenses(cost) of the project </a:t>
            </a:r>
          </a:p>
          <a:p>
            <a:pPr algn="just"/>
            <a:r>
              <a:rPr lang="en-US"/>
              <a:t>so far, and the angular dimension represents the progress made so far in the current phase.</a:t>
            </a:r>
          </a:p>
          <a:p>
            <a:pPr algn="just"/>
            <a:r>
              <a:rPr lang="en-US">
                <a:cs typeface="Calibri"/>
              </a:rPr>
              <a:t>Each loop of the spiral from x-axis clockwise through 360 degree represent one phase.</a:t>
            </a:r>
            <a:endParaRPr lang="en-US"/>
          </a:p>
          <a:p>
            <a:pPr algn="just"/>
            <a:r>
              <a:rPr lang="en-US">
                <a:cs typeface="Calibri"/>
              </a:rPr>
              <a:t>One phase is split roughly into four sectors of  major activities.</a:t>
            </a:r>
            <a:endParaRPr lang="en-US"/>
          </a:p>
          <a:p>
            <a:pPr algn="just"/>
            <a:endParaRPr lang="en-US"/>
          </a:p>
        </p:txBody>
      </p:sp>
    </p:spTree>
    <p:extLst>
      <p:ext uri="{BB962C8B-B14F-4D97-AF65-F5344CB8AC3E}">
        <p14:creationId xmlns:p14="http://schemas.microsoft.com/office/powerpoint/2010/main" val="3147111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A0C6-50E7-4DB6-B93E-353194792133}"/>
              </a:ext>
            </a:extLst>
          </p:cNvPr>
          <p:cNvSpPr>
            <a:spLocks noGrp="1"/>
          </p:cNvSpPr>
          <p:nvPr>
            <p:ph type="title"/>
          </p:nvPr>
        </p:nvSpPr>
        <p:spPr/>
        <p:txBody>
          <a:bodyPr/>
          <a:lstStyle/>
          <a:p>
            <a:r>
              <a:rPr lang="en-US"/>
              <a:t>Spiral Model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296400" cy="6858000"/>
          </a:xfrm>
        </p:spPr>
      </p:pic>
    </p:spTree>
    <p:extLst>
      <p:ext uri="{BB962C8B-B14F-4D97-AF65-F5344CB8AC3E}">
        <p14:creationId xmlns:p14="http://schemas.microsoft.com/office/powerpoint/2010/main" val="304171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3706-E864-4335-A97E-12DBC2654AC5}"/>
              </a:ext>
            </a:extLst>
          </p:cNvPr>
          <p:cNvSpPr>
            <a:spLocks noGrp="1"/>
          </p:cNvSpPr>
          <p:nvPr>
            <p:ph type="title"/>
          </p:nvPr>
        </p:nvSpPr>
        <p:spPr/>
        <p:txBody>
          <a:bodyPr/>
          <a:lstStyle/>
          <a:p>
            <a:r>
              <a:rPr lang="en-US"/>
              <a:t>Phases of spiral model</a:t>
            </a:r>
          </a:p>
        </p:txBody>
      </p:sp>
      <p:sp>
        <p:nvSpPr>
          <p:cNvPr id="3" name="Content Placeholder 2">
            <a:extLst>
              <a:ext uri="{FF2B5EF4-FFF2-40B4-BE49-F238E27FC236}">
                <a16:creationId xmlns:a16="http://schemas.microsoft.com/office/drawing/2014/main" id="{D3B9808D-2C24-4F0D-920E-128852E85B2F}"/>
              </a:ext>
            </a:extLst>
          </p:cNvPr>
          <p:cNvSpPr>
            <a:spLocks noGrp="1"/>
          </p:cNvSpPr>
          <p:nvPr>
            <p:ph idx="1"/>
          </p:nvPr>
        </p:nvSpPr>
        <p:spPr/>
        <p:txBody>
          <a:bodyPr/>
          <a:lstStyle/>
          <a:p>
            <a:pPr marL="0" indent="0" algn="just">
              <a:buNone/>
            </a:pPr>
            <a:r>
              <a:rPr lang="en-US" b="1"/>
              <a:t>Objectives determination and identify alternative solutions:</a:t>
            </a:r>
          </a:p>
          <a:p>
            <a:pPr algn="just"/>
            <a:r>
              <a:rPr lang="en-US"/>
              <a:t> Requirements are gathered from the customers </a:t>
            </a:r>
          </a:p>
          <a:p>
            <a:pPr algn="just"/>
            <a:r>
              <a:rPr lang="en-US"/>
              <a:t> Objectives are identified, elaborated, and analyzed at the start of every phase.</a:t>
            </a:r>
          </a:p>
          <a:p>
            <a:pPr algn="just"/>
            <a:r>
              <a:rPr lang="en-US"/>
              <a:t> Then alternative solutions possible for the phase are proposed in this quadrant. </a:t>
            </a:r>
          </a:p>
        </p:txBody>
      </p:sp>
    </p:spTree>
    <p:extLst>
      <p:ext uri="{BB962C8B-B14F-4D97-AF65-F5344CB8AC3E}">
        <p14:creationId xmlns:p14="http://schemas.microsoft.com/office/powerpoint/2010/main" val="657776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10A67-81DF-44A3-BC06-2AF0619A7D33}"/>
              </a:ext>
            </a:extLst>
          </p:cNvPr>
          <p:cNvSpPr>
            <a:spLocks noGrp="1"/>
          </p:cNvSpPr>
          <p:nvPr>
            <p:ph type="title"/>
          </p:nvPr>
        </p:nvSpPr>
        <p:spPr/>
        <p:txBody>
          <a:bodyPr/>
          <a:lstStyle/>
          <a:p>
            <a:r>
              <a:rPr lang="en-US"/>
              <a:t>Phases of spiral model</a:t>
            </a:r>
          </a:p>
        </p:txBody>
      </p:sp>
      <p:sp>
        <p:nvSpPr>
          <p:cNvPr id="3" name="Content Placeholder 2">
            <a:extLst>
              <a:ext uri="{FF2B5EF4-FFF2-40B4-BE49-F238E27FC236}">
                <a16:creationId xmlns:a16="http://schemas.microsoft.com/office/drawing/2014/main" id="{D95E4C39-93CB-4BC9-AD6A-48BC9D91DC61}"/>
              </a:ext>
            </a:extLst>
          </p:cNvPr>
          <p:cNvSpPr>
            <a:spLocks noGrp="1"/>
          </p:cNvSpPr>
          <p:nvPr>
            <p:ph idx="1"/>
          </p:nvPr>
        </p:nvSpPr>
        <p:spPr/>
        <p:txBody>
          <a:bodyPr>
            <a:normAutofit lnSpcReduction="10000"/>
          </a:bodyPr>
          <a:lstStyle/>
          <a:p>
            <a:pPr marL="0" indent="0">
              <a:buNone/>
            </a:pPr>
            <a:r>
              <a:rPr lang="en-US" b="1"/>
              <a:t>Identify and resolve Risks:</a:t>
            </a:r>
            <a:r>
              <a:rPr lang="en-US"/>
              <a:t> </a:t>
            </a:r>
          </a:p>
          <a:p>
            <a:r>
              <a:rPr lang="en-US"/>
              <a:t>During the second quadrant, all the possible solutions are evaluated to select the best possible solution.</a:t>
            </a:r>
          </a:p>
          <a:p>
            <a:r>
              <a:rPr lang="en-US"/>
              <a:t> Then the risks associated with that solution are identified and the risks are resolved using the best possible strategy. </a:t>
            </a:r>
          </a:p>
          <a:p>
            <a:r>
              <a:rPr lang="en-US"/>
              <a:t>At the end of this quadrant, the Prototype is built for the best possible solution. </a:t>
            </a:r>
          </a:p>
        </p:txBody>
      </p:sp>
    </p:spTree>
    <p:extLst>
      <p:ext uri="{BB962C8B-B14F-4D97-AF65-F5344CB8AC3E}">
        <p14:creationId xmlns:p14="http://schemas.microsoft.com/office/powerpoint/2010/main" val="2623556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5D5C-F67D-4589-A48F-2C5319D53D4D}"/>
              </a:ext>
            </a:extLst>
          </p:cNvPr>
          <p:cNvSpPr>
            <a:spLocks noGrp="1"/>
          </p:cNvSpPr>
          <p:nvPr>
            <p:ph type="title"/>
          </p:nvPr>
        </p:nvSpPr>
        <p:spPr/>
        <p:txBody>
          <a:bodyPr/>
          <a:lstStyle/>
          <a:p>
            <a:r>
              <a:rPr lang="en-US"/>
              <a:t>Phases of spiral model</a:t>
            </a:r>
          </a:p>
        </p:txBody>
      </p:sp>
      <p:sp>
        <p:nvSpPr>
          <p:cNvPr id="3" name="Content Placeholder 2">
            <a:extLst>
              <a:ext uri="{FF2B5EF4-FFF2-40B4-BE49-F238E27FC236}">
                <a16:creationId xmlns:a16="http://schemas.microsoft.com/office/drawing/2014/main" id="{6BAB6D00-0E15-4D0A-B5EA-01DF176EC3F8}"/>
              </a:ext>
            </a:extLst>
          </p:cNvPr>
          <p:cNvSpPr>
            <a:spLocks noGrp="1"/>
          </p:cNvSpPr>
          <p:nvPr>
            <p:ph idx="1"/>
          </p:nvPr>
        </p:nvSpPr>
        <p:spPr/>
        <p:txBody>
          <a:bodyPr/>
          <a:lstStyle/>
          <a:p>
            <a:pPr marL="0" indent="0">
              <a:buNone/>
            </a:pPr>
            <a:r>
              <a:rPr lang="en-US" b="1"/>
              <a:t>Develop next version of the Product:</a:t>
            </a:r>
            <a:r>
              <a:rPr lang="en-US"/>
              <a:t> </a:t>
            </a:r>
          </a:p>
          <a:p>
            <a:r>
              <a:rPr lang="en-US"/>
              <a:t>During the third quadrant, the identified features are developed and verified through testing. </a:t>
            </a:r>
          </a:p>
          <a:p>
            <a:r>
              <a:rPr lang="en-US"/>
              <a:t>At the end of the third quadrant, the next version of the software is available.</a:t>
            </a:r>
          </a:p>
        </p:txBody>
      </p:sp>
    </p:spTree>
    <p:extLst>
      <p:ext uri="{BB962C8B-B14F-4D97-AF65-F5344CB8AC3E}">
        <p14:creationId xmlns:p14="http://schemas.microsoft.com/office/powerpoint/2010/main" val="4033239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0F344-58C8-41F0-A367-9D5D5221C9DB}"/>
              </a:ext>
            </a:extLst>
          </p:cNvPr>
          <p:cNvSpPr>
            <a:spLocks noGrp="1"/>
          </p:cNvSpPr>
          <p:nvPr>
            <p:ph type="title"/>
          </p:nvPr>
        </p:nvSpPr>
        <p:spPr/>
        <p:txBody>
          <a:bodyPr/>
          <a:lstStyle/>
          <a:p>
            <a:r>
              <a:rPr lang="en-US"/>
              <a:t>Phases of spiral model</a:t>
            </a:r>
          </a:p>
        </p:txBody>
      </p:sp>
      <p:sp>
        <p:nvSpPr>
          <p:cNvPr id="3" name="Content Placeholder 2">
            <a:extLst>
              <a:ext uri="{FF2B5EF4-FFF2-40B4-BE49-F238E27FC236}">
                <a16:creationId xmlns:a16="http://schemas.microsoft.com/office/drawing/2014/main" id="{B7184DB0-411B-4E18-9223-6ECD0F0BD49A}"/>
              </a:ext>
            </a:extLst>
          </p:cNvPr>
          <p:cNvSpPr>
            <a:spLocks noGrp="1"/>
          </p:cNvSpPr>
          <p:nvPr>
            <p:ph idx="1"/>
          </p:nvPr>
        </p:nvSpPr>
        <p:spPr/>
        <p:txBody>
          <a:bodyPr/>
          <a:lstStyle/>
          <a:p>
            <a:pPr marL="0" indent="0" algn="just">
              <a:buNone/>
            </a:pPr>
            <a:r>
              <a:rPr lang="en-US" b="1"/>
              <a:t>Review and plan for the next Phase:</a:t>
            </a:r>
          </a:p>
          <a:p>
            <a:pPr algn="just"/>
            <a:r>
              <a:rPr lang="en-US"/>
              <a:t>In the fourth quadrant, the Customers evaluate the so far developed version of the software.</a:t>
            </a:r>
          </a:p>
          <a:p>
            <a:pPr algn="just"/>
            <a:r>
              <a:rPr lang="en-US"/>
              <a:t> In the end, planning for the next phase is started. </a:t>
            </a:r>
            <a:br>
              <a:rPr lang="en-US"/>
            </a:br>
            <a:r>
              <a:rPr lang="en-US"/>
              <a:t> </a:t>
            </a:r>
          </a:p>
          <a:p>
            <a:pPr algn="just"/>
            <a:endParaRPr lang="en-US"/>
          </a:p>
        </p:txBody>
      </p:sp>
    </p:spTree>
    <p:extLst>
      <p:ext uri="{BB962C8B-B14F-4D97-AF65-F5344CB8AC3E}">
        <p14:creationId xmlns:p14="http://schemas.microsoft.com/office/powerpoint/2010/main" val="3936228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E7F76-9421-41C4-BEE7-8508D82E477E}"/>
              </a:ext>
            </a:extLst>
          </p:cNvPr>
          <p:cNvSpPr>
            <a:spLocks noGrp="1"/>
          </p:cNvSpPr>
          <p:nvPr>
            <p:ph type="title"/>
          </p:nvPr>
        </p:nvSpPr>
        <p:spPr/>
        <p:txBody>
          <a:bodyPr/>
          <a:lstStyle/>
          <a:p>
            <a:r>
              <a:rPr lang="sv-SE" b="1"/>
              <a:t>Risk Handling in Spiral Model</a:t>
            </a:r>
            <a:endParaRPr lang="en-US"/>
          </a:p>
        </p:txBody>
      </p:sp>
      <p:sp>
        <p:nvSpPr>
          <p:cNvPr id="3" name="Content Placeholder 2">
            <a:extLst>
              <a:ext uri="{FF2B5EF4-FFF2-40B4-BE49-F238E27FC236}">
                <a16:creationId xmlns:a16="http://schemas.microsoft.com/office/drawing/2014/main" id="{404ABCEA-B702-4452-AECA-DC4FA32DA877}"/>
              </a:ext>
            </a:extLst>
          </p:cNvPr>
          <p:cNvSpPr>
            <a:spLocks noGrp="1"/>
          </p:cNvSpPr>
          <p:nvPr>
            <p:ph idx="1"/>
          </p:nvPr>
        </p:nvSpPr>
        <p:spPr/>
        <p:txBody>
          <a:bodyPr>
            <a:normAutofit fontScale="92500" lnSpcReduction="10000"/>
          </a:bodyPr>
          <a:lstStyle/>
          <a:p>
            <a:pPr fontAlgn="base"/>
            <a:r>
              <a:rPr lang="en-US"/>
              <a:t>A risk is any adverse situation that might affect the successful completion of a software project.</a:t>
            </a:r>
          </a:p>
          <a:p>
            <a:pPr fontAlgn="base"/>
            <a:r>
              <a:rPr lang="en-US"/>
              <a:t> The most important feature of the spiral model is handling these unknown risks after the project has started. </a:t>
            </a:r>
          </a:p>
          <a:p>
            <a:pPr fontAlgn="base"/>
            <a:r>
              <a:rPr lang="en-US"/>
              <a:t>Such risk resolutions are easier done by developing a prototype. </a:t>
            </a:r>
          </a:p>
          <a:p>
            <a:pPr fontAlgn="base"/>
            <a:r>
              <a:rPr lang="en-US"/>
              <a:t>The spiral model supports coping up with risks by providing the scope to build a prototype at every phase of the software development. </a:t>
            </a:r>
          </a:p>
        </p:txBody>
      </p:sp>
    </p:spTree>
    <p:extLst>
      <p:ext uri="{BB962C8B-B14F-4D97-AF65-F5344CB8AC3E}">
        <p14:creationId xmlns:p14="http://schemas.microsoft.com/office/powerpoint/2010/main" val="3380127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21144-FB3A-447C-8757-F1AD2535CDB9}"/>
              </a:ext>
            </a:extLst>
          </p:cNvPr>
          <p:cNvSpPr>
            <a:spLocks noGrp="1"/>
          </p:cNvSpPr>
          <p:nvPr>
            <p:ph type="title"/>
          </p:nvPr>
        </p:nvSpPr>
        <p:spPr/>
        <p:txBody>
          <a:bodyPr/>
          <a:lstStyle/>
          <a:p>
            <a:r>
              <a:rPr lang="sv-SE" b="1"/>
              <a:t>Risk Handling in Spiral Model</a:t>
            </a:r>
            <a:endParaRPr lang="en-US"/>
          </a:p>
        </p:txBody>
      </p:sp>
      <p:sp>
        <p:nvSpPr>
          <p:cNvPr id="3" name="Content Placeholder 2">
            <a:extLst>
              <a:ext uri="{FF2B5EF4-FFF2-40B4-BE49-F238E27FC236}">
                <a16:creationId xmlns:a16="http://schemas.microsoft.com/office/drawing/2014/main" id="{DF5A01C2-4EB4-4825-B4D1-FD990C9F4AA1}"/>
              </a:ext>
            </a:extLst>
          </p:cNvPr>
          <p:cNvSpPr>
            <a:spLocks noGrp="1"/>
          </p:cNvSpPr>
          <p:nvPr>
            <p:ph idx="1"/>
          </p:nvPr>
        </p:nvSpPr>
        <p:spPr/>
        <p:txBody>
          <a:bodyPr>
            <a:normAutofit fontScale="85000" lnSpcReduction="20000"/>
          </a:bodyPr>
          <a:lstStyle/>
          <a:p>
            <a:pPr fontAlgn="base"/>
            <a:r>
              <a:rPr lang="en-US"/>
              <a:t>The</a:t>
            </a:r>
            <a:r>
              <a:rPr lang="en-US" b="1"/>
              <a:t> </a:t>
            </a:r>
            <a:r>
              <a:rPr lang="en-US"/>
              <a:t>Prototyping Model also supports risk handling, but the risks must be identified completely before the start of the development work of the project.</a:t>
            </a:r>
          </a:p>
          <a:p>
            <a:pPr fontAlgn="base"/>
            <a:r>
              <a:rPr lang="en-US"/>
              <a:t> But in real life project risk may occur after the development work starts, in that case, we cannot use the Prototyping Model.</a:t>
            </a:r>
          </a:p>
          <a:p>
            <a:pPr fontAlgn="base"/>
            <a:r>
              <a:rPr lang="en-US"/>
              <a:t> In each phase of the Spiral Model, the features of the product dated and analyzed, and the risks at that point in time are identified and are resolved through prototyping. </a:t>
            </a:r>
          </a:p>
          <a:p>
            <a:pPr fontAlgn="base"/>
            <a:r>
              <a:rPr lang="en-US"/>
              <a:t>Thus, this model is much more flexible compared to other SDLC models. </a:t>
            </a:r>
          </a:p>
          <a:p>
            <a:endParaRPr lang="en-US"/>
          </a:p>
          <a:p>
            <a:endParaRPr lang="en-US"/>
          </a:p>
        </p:txBody>
      </p:sp>
    </p:spTree>
    <p:extLst>
      <p:ext uri="{BB962C8B-B14F-4D97-AF65-F5344CB8AC3E}">
        <p14:creationId xmlns:p14="http://schemas.microsoft.com/office/powerpoint/2010/main" val="1793375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Why Spiral Model is called Meta Model?</a:t>
            </a:r>
            <a:endParaRPr lang="en-US"/>
          </a:p>
        </p:txBody>
      </p:sp>
      <p:sp>
        <p:nvSpPr>
          <p:cNvPr id="3" name="Content Placeholder 2"/>
          <p:cNvSpPr>
            <a:spLocks noGrp="1"/>
          </p:cNvSpPr>
          <p:nvPr>
            <p:ph idx="1"/>
          </p:nvPr>
        </p:nvSpPr>
        <p:spPr/>
        <p:txBody>
          <a:bodyPr>
            <a:normAutofit/>
          </a:bodyPr>
          <a:lstStyle/>
          <a:p>
            <a:pPr algn="just"/>
            <a:r>
              <a:rPr lang="en-US"/>
              <a:t>The Spiral model is called a Meta-Model because it subsumes all the other SDLC models. </a:t>
            </a:r>
          </a:p>
          <a:p>
            <a:pPr algn="just"/>
            <a:r>
              <a:rPr lang="en-US"/>
              <a:t>For example, a single loop spiral actually represents the Iterative Waterfall Model. </a:t>
            </a:r>
          </a:p>
          <a:p>
            <a:pPr algn="just"/>
            <a:r>
              <a:rPr lang="en-US"/>
              <a:t>The spiral model incorporates the stepwise approach of the Classical Waterfall Model.</a:t>
            </a:r>
          </a:p>
          <a:p>
            <a:pPr marL="0" indent="0" algn="just">
              <a:buNone/>
            </a:pPr>
            <a:endParaRPr lang="en-US"/>
          </a:p>
        </p:txBody>
      </p:sp>
    </p:spTree>
    <p:extLst>
      <p:ext uri="{BB962C8B-B14F-4D97-AF65-F5344CB8AC3E}">
        <p14:creationId xmlns:p14="http://schemas.microsoft.com/office/powerpoint/2010/main" val="1564845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Why Spiral Model is called Meta Model?</a:t>
            </a:r>
            <a:endParaRPr lang="en-US"/>
          </a:p>
        </p:txBody>
      </p:sp>
      <p:sp>
        <p:nvSpPr>
          <p:cNvPr id="3" name="Content Placeholder 2"/>
          <p:cNvSpPr>
            <a:spLocks noGrp="1"/>
          </p:cNvSpPr>
          <p:nvPr>
            <p:ph idx="1"/>
          </p:nvPr>
        </p:nvSpPr>
        <p:spPr/>
        <p:txBody>
          <a:bodyPr>
            <a:normAutofit lnSpcReduction="10000"/>
          </a:bodyPr>
          <a:lstStyle/>
          <a:p>
            <a:pPr algn="just"/>
            <a:r>
              <a:rPr lang="en-US"/>
              <a:t>The spiral model uses the approach of the Prototyping Model by building a prototype at the start of each phase as a risk-handling technique. </a:t>
            </a:r>
          </a:p>
          <a:p>
            <a:pPr algn="just"/>
            <a:r>
              <a:rPr lang="en-US"/>
              <a:t>Also, the spiral model can be considered as supporting the evolutionary model – the iterations along the spiral can be considered as evolutionary levels through which the complete system is built. </a:t>
            </a:r>
          </a:p>
          <a:p>
            <a:endParaRPr lang="en-US"/>
          </a:p>
        </p:txBody>
      </p:sp>
    </p:spTree>
    <p:extLst>
      <p:ext uri="{BB962C8B-B14F-4D97-AF65-F5344CB8AC3E}">
        <p14:creationId xmlns:p14="http://schemas.microsoft.com/office/powerpoint/2010/main" val="1194505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Advantages of Spiral Model</a:t>
            </a:r>
            <a:r>
              <a:rPr lang="en-US"/>
              <a:t>: </a:t>
            </a:r>
          </a:p>
        </p:txBody>
      </p:sp>
      <p:sp>
        <p:nvSpPr>
          <p:cNvPr id="3" name="Content Placeholder 2"/>
          <p:cNvSpPr>
            <a:spLocks noGrp="1"/>
          </p:cNvSpPr>
          <p:nvPr>
            <p:ph idx="1"/>
          </p:nvPr>
        </p:nvSpPr>
        <p:spPr/>
        <p:txBody>
          <a:bodyPr>
            <a:normAutofit fontScale="62500" lnSpcReduction="20000"/>
          </a:bodyPr>
          <a:lstStyle/>
          <a:p>
            <a:pPr fontAlgn="base"/>
            <a:r>
              <a:rPr lang="en-US" b="1"/>
              <a:t>Risk Handling:</a:t>
            </a:r>
            <a:r>
              <a:rPr lang="en-US"/>
              <a:t> The projects with many unknown risks that occur as the development proceeds, in that case, Spiral Model is the best development model to follow due to the risk analysis and risk handling at every phase. </a:t>
            </a:r>
            <a:br>
              <a:rPr lang="en-US"/>
            </a:br>
            <a:r>
              <a:rPr lang="en-US"/>
              <a:t> </a:t>
            </a:r>
          </a:p>
          <a:p>
            <a:pPr fontAlgn="base"/>
            <a:r>
              <a:rPr lang="en-US" b="1"/>
              <a:t>Good for large projects:</a:t>
            </a:r>
            <a:r>
              <a:rPr lang="en-US"/>
              <a:t> It is recommended to use the Spiral Model in large and complex projects. </a:t>
            </a:r>
            <a:br>
              <a:rPr lang="en-US"/>
            </a:br>
            <a:r>
              <a:rPr lang="en-US"/>
              <a:t> </a:t>
            </a:r>
          </a:p>
          <a:p>
            <a:pPr fontAlgn="base"/>
            <a:r>
              <a:rPr lang="en-US" b="1"/>
              <a:t>Flexibility in Requirements:</a:t>
            </a:r>
            <a:r>
              <a:rPr lang="en-US"/>
              <a:t> Change requests in the Requirements at later phase can be incorporated accurately by using this model. </a:t>
            </a:r>
            <a:br>
              <a:rPr lang="en-US"/>
            </a:br>
            <a:r>
              <a:rPr lang="en-US"/>
              <a:t> </a:t>
            </a:r>
          </a:p>
          <a:p>
            <a:pPr fontAlgn="base"/>
            <a:r>
              <a:rPr lang="en-US" b="1"/>
              <a:t>Customer Satisfaction:</a:t>
            </a:r>
            <a:r>
              <a:rPr lang="en-US"/>
              <a:t> Customer can see the development of the product at the early phase of the software development and thus, they habituated with the system by using it before completion of the total product. </a:t>
            </a:r>
            <a:br>
              <a:rPr lang="en-US"/>
            </a:br>
            <a:endParaRPr lang="en-US"/>
          </a:p>
          <a:p>
            <a:endParaRPr lang="en-US"/>
          </a:p>
        </p:txBody>
      </p:sp>
    </p:spTree>
    <p:extLst>
      <p:ext uri="{BB962C8B-B14F-4D97-AF65-F5344CB8AC3E}">
        <p14:creationId xmlns:p14="http://schemas.microsoft.com/office/powerpoint/2010/main" val="1622409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Disadvantages of Spiral Model</a:t>
            </a:r>
            <a:r>
              <a:rPr lang="en-US"/>
              <a:t>: </a:t>
            </a:r>
          </a:p>
        </p:txBody>
      </p:sp>
      <p:sp>
        <p:nvSpPr>
          <p:cNvPr id="3" name="Content Placeholder 2"/>
          <p:cNvSpPr>
            <a:spLocks noGrp="1"/>
          </p:cNvSpPr>
          <p:nvPr>
            <p:ph idx="1"/>
          </p:nvPr>
        </p:nvSpPr>
        <p:spPr/>
        <p:txBody>
          <a:bodyPr>
            <a:normAutofit fontScale="70000" lnSpcReduction="20000"/>
          </a:bodyPr>
          <a:lstStyle/>
          <a:p>
            <a:pPr fontAlgn="base"/>
            <a:r>
              <a:rPr lang="en-US" b="1"/>
              <a:t>Complex:</a:t>
            </a:r>
            <a:r>
              <a:rPr lang="en-US"/>
              <a:t> The Spiral Model is much more complex than other SDLC models. </a:t>
            </a:r>
            <a:br>
              <a:rPr lang="en-US"/>
            </a:br>
            <a:r>
              <a:rPr lang="en-US"/>
              <a:t> </a:t>
            </a:r>
          </a:p>
          <a:p>
            <a:pPr fontAlgn="base"/>
            <a:r>
              <a:rPr lang="en-US" b="1"/>
              <a:t>Expensive:</a:t>
            </a:r>
            <a:r>
              <a:rPr lang="en-US"/>
              <a:t> Spiral Model is not suitable for small projects as it is expensive. </a:t>
            </a:r>
            <a:br>
              <a:rPr lang="en-US"/>
            </a:br>
            <a:r>
              <a:rPr lang="en-US"/>
              <a:t> </a:t>
            </a:r>
          </a:p>
          <a:p>
            <a:pPr fontAlgn="base"/>
            <a:r>
              <a:rPr lang="en-US" b="1"/>
              <a:t>Too much dependability on Risk Analysis:</a:t>
            </a:r>
            <a:r>
              <a:rPr lang="en-US"/>
              <a:t> The successful completion of the project is very much dependent on Risk Analysis. Without very highly experienced experts, it is going to be a failure to develop a project using this model. </a:t>
            </a:r>
            <a:br>
              <a:rPr lang="en-US"/>
            </a:br>
            <a:r>
              <a:rPr lang="en-US"/>
              <a:t> </a:t>
            </a:r>
          </a:p>
          <a:p>
            <a:pPr fontAlgn="base"/>
            <a:r>
              <a:rPr lang="en-US" b="1"/>
              <a:t>Difficulty in time management:</a:t>
            </a:r>
            <a:r>
              <a:rPr lang="en-US"/>
              <a:t> As the number of phases is unknown at the start of the project, so time estimation is very difficult. </a:t>
            </a:r>
            <a:br>
              <a:rPr lang="en-US"/>
            </a:br>
            <a:r>
              <a:rPr lang="en-US"/>
              <a:t> </a:t>
            </a:r>
          </a:p>
          <a:p>
            <a:endParaRPr lang="en-US"/>
          </a:p>
        </p:txBody>
      </p:sp>
    </p:spTree>
    <p:extLst>
      <p:ext uri="{BB962C8B-B14F-4D97-AF65-F5344CB8AC3E}">
        <p14:creationId xmlns:p14="http://schemas.microsoft.com/office/powerpoint/2010/main" val="1843870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Iterative Model</a:t>
            </a:r>
          </a:p>
        </p:txBody>
      </p:sp>
      <p:sp>
        <p:nvSpPr>
          <p:cNvPr id="3" name="Content Placeholder 2"/>
          <p:cNvSpPr>
            <a:spLocks noGrp="1"/>
          </p:cNvSpPr>
          <p:nvPr>
            <p:ph idx="1"/>
          </p:nvPr>
        </p:nvSpPr>
        <p:spPr/>
        <p:txBody>
          <a:bodyPr>
            <a:normAutofit fontScale="92500" lnSpcReduction="10000"/>
          </a:bodyPr>
          <a:lstStyle/>
          <a:p>
            <a:pPr algn="just"/>
            <a:r>
              <a:rPr lang="en-US"/>
              <a:t>Iterative process starts with a simple implementation of a subset of the software requirements and iteratively enhances the evolving versions until the full system is implemented. </a:t>
            </a:r>
          </a:p>
          <a:p>
            <a:pPr algn="just"/>
            <a:r>
              <a:rPr lang="en-US"/>
              <a:t>At each iteration, design modifications are made and new functional capabilities are added.</a:t>
            </a:r>
          </a:p>
          <a:p>
            <a:pPr algn="just"/>
            <a:r>
              <a:rPr lang="en-US"/>
              <a:t> The basic idea behind this method is to develop a system through repeated cycles (iterative) and in smaller portions at a time (incremental).</a:t>
            </a:r>
          </a:p>
        </p:txBody>
      </p:sp>
    </p:spTree>
    <p:extLst>
      <p:ext uri="{BB962C8B-B14F-4D97-AF65-F5344CB8AC3E}">
        <p14:creationId xmlns:p14="http://schemas.microsoft.com/office/powerpoint/2010/main" val="42059281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Iterative Model</a:t>
            </a:r>
          </a:p>
        </p:txBody>
      </p:sp>
      <p:sp>
        <p:nvSpPr>
          <p:cNvPr id="3" name="Content Placeholder 2"/>
          <p:cNvSpPr>
            <a:spLocks noGrp="1"/>
          </p:cNvSpPr>
          <p:nvPr>
            <p:ph idx="1"/>
          </p:nvPr>
        </p:nvSpPr>
        <p:spPr/>
        <p:txBody>
          <a:bodyPr>
            <a:normAutofit fontScale="92500" lnSpcReduction="10000"/>
          </a:bodyPr>
          <a:lstStyle/>
          <a:p>
            <a:pPr algn="just"/>
            <a:r>
              <a:rPr lang="en-US"/>
              <a:t>Iterative and Incremental development is a combination of both iterative design or iterative method and incremental build model for development.</a:t>
            </a:r>
          </a:p>
          <a:p>
            <a:pPr algn="just"/>
            <a:r>
              <a:rPr lang="en-US"/>
              <a:t> "During software development, more than one iteration of the software development cycle may be in progress at the same time." </a:t>
            </a:r>
          </a:p>
          <a:p>
            <a:pPr algn="just"/>
            <a:r>
              <a:rPr lang="en-US"/>
              <a:t>This process may be described as an "evolutionary acquisition" or "incremental build" approach."</a:t>
            </a:r>
          </a:p>
        </p:txBody>
      </p:sp>
    </p:spTree>
    <p:extLst>
      <p:ext uri="{BB962C8B-B14F-4D97-AF65-F5344CB8AC3E}">
        <p14:creationId xmlns:p14="http://schemas.microsoft.com/office/powerpoint/2010/main" val="1449920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Iterative Model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8150" y="1619250"/>
            <a:ext cx="8324850" cy="4705350"/>
          </a:xfrm>
        </p:spPr>
      </p:pic>
    </p:spTree>
    <p:extLst>
      <p:ext uri="{BB962C8B-B14F-4D97-AF65-F5344CB8AC3E}">
        <p14:creationId xmlns:p14="http://schemas.microsoft.com/office/powerpoint/2010/main" val="1887236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Iterative Model</a:t>
            </a:r>
          </a:p>
        </p:txBody>
      </p:sp>
      <p:sp>
        <p:nvSpPr>
          <p:cNvPr id="3" name="Content Placeholder 2"/>
          <p:cNvSpPr>
            <a:spLocks noGrp="1"/>
          </p:cNvSpPr>
          <p:nvPr>
            <p:ph idx="1"/>
          </p:nvPr>
        </p:nvSpPr>
        <p:spPr/>
        <p:txBody>
          <a:bodyPr>
            <a:normAutofit lnSpcReduction="10000"/>
          </a:bodyPr>
          <a:lstStyle/>
          <a:p>
            <a:pPr algn="just"/>
            <a:r>
              <a:rPr lang="en-US"/>
              <a:t>In this incremental model, the whole requirement is divided into various builds. </a:t>
            </a:r>
          </a:p>
          <a:p>
            <a:pPr algn="just"/>
            <a:r>
              <a:rPr lang="en-US"/>
              <a:t>During each iteration, the development module goes through the requirements, design, implementation and testing phases. </a:t>
            </a:r>
          </a:p>
          <a:p>
            <a:pPr algn="just"/>
            <a:r>
              <a:rPr lang="en-US"/>
              <a:t>Each subsequent release of the module adds function to the previous release.</a:t>
            </a:r>
          </a:p>
          <a:p>
            <a:pPr algn="just"/>
            <a:r>
              <a:rPr lang="en-US"/>
              <a:t> The process continues till the complete system is ready as per the requirement.</a:t>
            </a:r>
          </a:p>
        </p:txBody>
      </p:sp>
    </p:spTree>
    <p:extLst>
      <p:ext uri="{BB962C8B-B14F-4D97-AF65-F5344CB8AC3E}">
        <p14:creationId xmlns:p14="http://schemas.microsoft.com/office/powerpoint/2010/main" val="4021257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Iterative Model</a:t>
            </a:r>
          </a:p>
        </p:txBody>
      </p:sp>
      <p:sp>
        <p:nvSpPr>
          <p:cNvPr id="3" name="Content Placeholder 2"/>
          <p:cNvSpPr>
            <a:spLocks noGrp="1"/>
          </p:cNvSpPr>
          <p:nvPr>
            <p:ph idx="1"/>
          </p:nvPr>
        </p:nvSpPr>
        <p:spPr>
          <a:xfrm>
            <a:off x="457200" y="1619250"/>
            <a:ext cx="8229600" cy="4525963"/>
          </a:xfrm>
        </p:spPr>
        <p:txBody>
          <a:bodyPr>
            <a:normAutofit lnSpcReduction="10000"/>
          </a:bodyPr>
          <a:lstStyle/>
          <a:p>
            <a:pPr algn="just"/>
            <a:r>
              <a:rPr lang="en-US"/>
              <a:t>The key to a successful use of an iterative software development lifecycle is rigorous validation of requirements, verification &amp; testing of each version of the software against those requirements within each cycle of the model. </a:t>
            </a:r>
          </a:p>
          <a:p>
            <a:pPr algn="just"/>
            <a:r>
              <a:rPr lang="en-US"/>
              <a:t>As the software evolves through successive cycles, tests must be repeated and extended to verify each version of the software.</a:t>
            </a:r>
          </a:p>
        </p:txBody>
      </p:sp>
    </p:spTree>
    <p:extLst>
      <p:ext uri="{BB962C8B-B14F-4D97-AF65-F5344CB8AC3E}">
        <p14:creationId xmlns:p14="http://schemas.microsoft.com/office/powerpoint/2010/main" val="2662129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Application</a:t>
            </a:r>
            <a:br>
              <a:rPr lang="en-US" b="1"/>
            </a:br>
            <a:endParaRPr lang="en-US" b="1"/>
          </a:p>
        </p:txBody>
      </p:sp>
      <p:sp>
        <p:nvSpPr>
          <p:cNvPr id="3" name="Content Placeholder 2"/>
          <p:cNvSpPr>
            <a:spLocks noGrp="1"/>
          </p:cNvSpPr>
          <p:nvPr>
            <p:ph idx="1"/>
          </p:nvPr>
        </p:nvSpPr>
        <p:spPr/>
        <p:txBody>
          <a:bodyPr>
            <a:normAutofit fontScale="92500"/>
          </a:bodyPr>
          <a:lstStyle/>
          <a:p>
            <a:r>
              <a:rPr lang="en-US"/>
              <a:t>Like other SDLC models, Iterative and incremental development has some specific applications in the software industry. This model is most often used in the following scenarios −</a:t>
            </a:r>
          </a:p>
          <a:p>
            <a:r>
              <a:rPr lang="en-US"/>
              <a:t>Requirements of the complete system are clearly defined and understood.</a:t>
            </a:r>
          </a:p>
          <a:p>
            <a:r>
              <a:rPr lang="en-US"/>
              <a:t>Major requirements must be defined; however, some functionalities or requested enhancements may evolve with time.</a:t>
            </a:r>
          </a:p>
          <a:p>
            <a:endParaRPr lang="en-US"/>
          </a:p>
        </p:txBody>
      </p:sp>
    </p:spTree>
    <p:extLst>
      <p:ext uri="{BB962C8B-B14F-4D97-AF65-F5344CB8AC3E}">
        <p14:creationId xmlns:p14="http://schemas.microsoft.com/office/powerpoint/2010/main" val="28099750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a:t>
            </a:r>
          </a:p>
        </p:txBody>
      </p:sp>
      <p:sp>
        <p:nvSpPr>
          <p:cNvPr id="3" name="Content Placeholder 2"/>
          <p:cNvSpPr>
            <a:spLocks noGrp="1"/>
          </p:cNvSpPr>
          <p:nvPr>
            <p:ph idx="1"/>
          </p:nvPr>
        </p:nvSpPr>
        <p:spPr/>
        <p:txBody>
          <a:bodyPr>
            <a:normAutofit fontScale="85000" lnSpcReduction="10000"/>
          </a:bodyPr>
          <a:lstStyle/>
          <a:p>
            <a:r>
              <a:rPr lang="en-US"/>
              <a:t>Some working functionality can be developed quickly and early in the life cycle.</a:t>
            </a:r>
          </a:p>
          <a:p>
            <a:r>
              <a:rPr lang="en-US"/>
              <a:t>Results are obtained early and periodically.</a:t>
            </a:r>
          </a:p>
          <a:p>
            <a:r>
              <a:rPr lang="en-US"/>
              <a:t>Parallel development can be planned.</a:t>
            </a:r>
          </a:p>
          <a:p>
            <a:r>
              <a:rPr lang="en-US"/>
              <a:t>Progress can be measured.</a:t>
            </a:r>
          </a:p>
          <a:p>
            <a:r>
              <a:rPr lang="en-US"/>
              <a:t>Less costly to change the scope/requirements.</a:t>
            </a:r>
          </a:p>
          <a:p>
            <a:r>
              <a:rPr lang="en-US"/>
              <a:t>Testing and debugging during smaller iteration is easy.</a:t>
            </a:r>
          </a:p>
          <a:p>
            <a:r>
              <a:rPr lang="en-US"/>
              <a:t>Risks are identified and resolved during iteration; and each iteration is an easily managed milestone.</a:t>
            </a:r>
          </a:p>
          <a:p>
            <a:r>
              <a:rPr lang="en-US"/>
              <a:t>Easier to manage risk - High risk part is done first.</a:t>
            </a:r>
          </a:p>
          <a:p>
            <a:endParaRPr lang="en-US"/>
          </a:p>
        </p:txBody>
      </p:sp>
    </p:spTree>
    <p:extLst>
      <p:ext uri="{BB962C8B-B14F-4D97-AF65-F5344CB8AC3E}">
        <p14:creationId xmlns:p14="http://schemas.microsoft.com/office/powerpoint/2010/main" val="36935377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Rapid Application Development(RAD Model)</a:t>
            </a:r>
          </a:p>
        </p:txBody>
      </p:sp>
      <p:sp>
        <p:nvSpPr>
          <p:cNvPr id="3" name="Content Placeholder 2"/>
          <p:cNvSpPr>
            <a:spLocks noGrp="1"/>
          </p:cNvSpPr>
          <p:nvPr>
            <p:ph idx="1"/>
          </p:nvPr>
        </p:nvSpPr>
        <p:spPr/>
        <p:txBody>
          <a:bodyPr>
            <a:normAutofit fontScale="92500" lnSpcReduction="10000"/>
          </a:bodyPr>
          <a:lstStyle/>
          <a:p>
            <a:pPr algn="just"/>
            <a:r>
              <a:rPr lang="en-US" dirty="0"/>
              <a:t>Based on prototyping and iterative development with no specific planning involved. </a:t>
            </a:r>
          </a:p>
          <a:p>
            <a:pPr algn="just"/>
            <a:r>
              <a:rPr lang="en-US" dirty="0"/>
              <a:t>Product can be developed faster and higher quality.</a:t>
            </a:r>
          </a:p>
          <a:p>
            <a:pPr algn="just"/>
            <a:r>
              <a:rPr lang="en-US" dirty="0"/>
              <a:t>Gathering customer requirements through workshops or focus groups.</a:t>
            </a:r>
          </a:p>
          <a:p>
            <a:pPr algn="just"/>
            <a:r>
              <a:rPr lang="en-US" dirty="0"/>
              <a:t>Early testing of the prototypes by the customer using iterative concept.</a:t>
            </a:r>
          </a:p>
          <a:p>
            <a:pPr algn="just"/>
            <a:r>
              <a:rPr lang="en-US" dirty="0"/>
              <a:t>Reuse of software components</a:t>
            </a:r>
          </a:p>
          <a:p>
            <a:pPr algn="just"/>
            <a:endParaRPr lang="en-US" dirty="0"/>
          </a:p>
          <a:p>
            <a:pPr algn="just"/>
            <a:endParaRPr lang="en-US" dirty="0"/>
          </a:p>
        </p:txBody>
      </p:sp>
    </p:spTree>
    <p:extLst>
      <p:ext uri="{BB962C8B-B14F-4D97-AF65-F5344CB8AC3E}">
        <p14:creationId xmlns:p14="http://schemas.microsoft.com/office/powerpoint/2010/main" val="30292949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Rapid Application Development(RAD Model)</a:t>
            </a:r>
          </a:p>
        </p:txBody>
      </p:sp>
      <p:sp>
        <p:nvSpPr>
          <p:cNvPr id="3" name="Content Placeholder 2"/>
          <p:cNvSpPr>
            <a:spLocks noGrp="1"/>
          </p:cNvSpPr>
          <p:nvPr>
            <p:ph idx="1"/>
          </p:nvPr>
        </p:nvSpPr>
        <p:spPr/>
        <p:txBody>
          <a:bodyPr>
            <a:normAutofit lnSpcReduction="10000"/>
          </a:bodyPr>
          <a:lstStyle/>
          <a:p>
            <a:pPr algn="just"/>
            <a:r>
              <a:rPr lang="en-US" dirty="0"/>
              <a:t>Uses minimal planning in favor of rapid prototyping</a:t>
            </a:r>
          </a:p>
          <a:p>
            <a:pPr algn="just"/>
            <a:r>
              <a:rPr lang="en-US" dirty="0"/>
              <a:t>The functional modules are developed in parallel as prototypes </a:t>
            </a:r>
          </a:p>
          <a:p>
            <a:pPr algn="just"/>
            <a:r>
              <a:rPr lang="en-US" dirty="0"/>
              <a:t>Integrated to make the complete product for faster product delivery</a:t>
            </a:r>
          </a:p>
          <a:p>
            <a:pPr algn="just"/>
            <a:r>
              <a:rPr lang="en-US" dirty="0"/>
              <a:t>RAD model distributes the analysis, design, build and test phases into a series of short, iterative development cycles</a:t>
            </a:r>
          </a:p>
          <a:p>
            <a:pPr algn="just"/>
            <a:endParaRPr lang="en-US" dirty="0"/>
          </a:p>
        </p:txBody>
      </p:sp>
    </p:spTree>
    <p:extLst>
      <p:ext uri="{BB962C8B-B14F-4D97-AF65-F5344CB8AC3E}">
        <p14:creationId xmlns:p14="http://schemas.microsoft.com/office/powerpoint/2010/main" val="29800540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RAD Model Phases</a:t>
            </a:r>
          </a:p>
        </p:txBody>
      </p:sp>
      <p:sp>
        <p:nvSpPr>
          <p:cNvPr id="3" name="Content Placeholder 2"/>
          <p:cNvSpPr>
            <a:spLocks noGrp="1"/>
          </p:cNvSpPr>
          <p:nvPr>
            <p:ph idx="1"/>
          </p:nvPr>
        </p:nvSpPr>
        <p:spPr/>
        <p:txBody>
          <a:bodyPr>
            <a:normAutofit fontScale="85000" lnSpcReduction="20000"/>
          </a:bodyPr>
          <a:lstStyle/>
          <a:p>
            <a:pPr marL="0" indent="0" algn="just">
              <a:buNone/>
            </a:pPr>
            <a:r>
              <a:rPr lang="en-US" b="1" dirty="0"/>
              <a:t>Business Modelling</a:t>
            </a:r>
          </a:p>
          <a:p>
            <a:pPr algn="just"/>
            <a:r>
              <a:rPr lang="en-US" dirty="0"/>
              <a:t>The business model for the product under development is designed in terms of </a:t>
            </a:r>
            <a:r>
              <a:rPr lang="en-US" b="1" dirty="0"/>
              <a:t>flow of information and the distribution of information between various business channels.</a:t>
            </a:r>
          </a:p>
          <a:p>
            <a:pPr algn="just"/>
            <a:r>
              <a:rPr lang="en-US" dirty="0"/>
              <a:t> A complete business analysis is performed to find the vital information for business,</a:t>
            </a:r>
          </a:p>
          <a:p>
            <a:pPr marL="514350" indent="-514350" algn="just">
              <a:buFont typeface="+mj-lt"/>
              <a:buAutoNum type="arabicPeriod"/>
            </a:pPr>
            <a:r>
              <a:rPr lang="en-US" dirty="0"/>
              <a:t>How it can be obtained</a:t>
            </a:r>
          </a:p>
          <a:p>
            <a:pPr marL="514350" indent="-514350" algn="just">
              <a:buFont typeface="+mj-lt"/>
              <a:buAutoNum type="arabicPeriod"/>
            </a:pPr>
            <a:r>
              <a:rPr lang="en-US" dirty="0"/>
              <a:t>How and when is the information processed </a:t>
            </a:r>
          </a:p>
          <a:p>
            <a:pPr marL="514350" indent="-514350" algn="just">
              <a:buFont typeface="+mj-lt"/>
              <a:buAutoNum type="arabicPeriod"/>
            </a:pPr>
            <a:r>
              <a:rPr lang="en-US" dirty="0"/>
              <a:t>What are the factors driving successful flow of information.</a:t>
            </a:r>
          </a:p>
          <a:p>
            <a:pPr marL="0" indent="0" algn="just">
              <a:buNone/>
            </a:pPr>
            <a:endParaRPr lang="en-US" dirty="0"/>
          </a:p>
        </p:txBody>
      </p:sp>
    </p:spTree>
    <p:extLst>
      <p:ext uri="{BB962C8B-B14F-4D97-AF65-F5344CB8AC3E}">
        <p14:creationId xmlns:p14="http://schemas.microsoft.com/office/powerpoint/2010/main" val="36857069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 Model Phases</a:t>
            </a:r>
          </a:p>
        </p:txBody>
      </p:sp>
      <p:sp>
        <p:nvSpPr>
          <p:cNvPr id="3" name="Content Placeholder 2"/>
          <p:cNvSpPr>
            <a:spLocks noGrp="1"/>
          </p:cNvSpPr>
          <p:nvPr>
            <p:ph idx="1"/>
          </p:nvPr>
        </p:nvSpPr>
        <p:spPr/>
        <p:txBody>
          <a:bodyPr>
            <a:normAutofit fontScale="92500"/>
          </a:bodyPr>
          <a:lstStyle/>
          <a:p>
            <a:pPr marL="0" indent="0" algn="just">
              <a:buNone/>
            </a:pPr>
            <a:r>
              <a:rPr lang="en-US" b="1" dirty="0"/>
              <a:t>Data Modelling</a:t>
            </a:r>
          </a:p>
          <a:p>
            <a:pPr algn="just"/>
            <a:r>
              <a:rPr lang="en-US" dirty="0"/>
              <a:t>The information gathered in the Business Modelling phase is reviewed and analyzed to form </a:t>
            </a:r>
            <a:r>
              <a:rPr lang="en-US" b="1" dirty="0"/>
              <a:t>sets of data objects vital for the business</a:t>
            </a:r>
            <a:r>
              <a:rPr lang="en-US" dirty="0"/>
              <a:t>. </a:t>
            </a:r>
          </a:p>
          <a:p>
            <a:pPr algn="just"/>
            <a:r>
              <a:rPr lang="en-US" dirty="0"/>
              <a:t>The </a:t>
            </a:r>
            <a:r>
              <a:rPr lang="en-US" b="1" dirty="0"/>
              <a:t>attributes of all data sets is identified and defined.</a:t>
            </a:r>
          </a:p>
          <a:p>
            <a:pPr algn="just"/>
            <a:r>
              <a:rPr lang="en-US" dirty="0"/>
              <a:t>The relation between these data objects are established and defined in detail in relevance to the business model.</a:t>
            </a:r>
          </a:p>
          <a:p>
            <a:pPr algn="just"/>
            <a:endParaRPr lang="en-US" dirty="0"/>
          </a:p>
        </p:txBody>
      </p:sp>
    </p:spTree>
    <p:extLst>
      <p:ext uri="{BB962C8B-B14F-4D97-AF65-F5344CB8AC3E}">
        <p14:creationId xmlns:p14="http://schemas.microsoft.com/office/powerpoint/2010/main" val="21214800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 Model Phases</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b="1" dirty="0"/>
              <a:t>Process Modelling</a:t>
            </a:r>
          </a:p>
          <a:p>
            <a:pPr algn="just"/>
            <a:r>
              <a:rPr lang="en-US" dirty="0"/>
              <a:t>The data object sets defined in the Data Modelling phase are converted to establish the business information flow needed to achieve specific business objectives as per the business model. </a:t>
            </a:r>
          </a:p>
          <a:p>
            <a:pPr algn="just"/>
            <a:r>
              <a:rPr lang="en-US" dirty="0"/>
              <a:t>The process model for any changes or enhancements to the data object sets is defined in this phase.</a:t>
            </a:r>
          </a:p>
          <a:p>
            <a:pPr algn="just"/>
            <a:r>
              <a:rPr lang="en-US" dirty="0"/>
              <a:t> Process descriptions for adding, deleting, retrieving or modifying a data object are given.</a:t>
            </a:r>
          </a:p>
          <a:p>
            <a:pPr algn="just"/>
            <a:endParaRPr lang="en-US" dirty="0"/>
          </a:p>
        </p:txBody>
      </p:sp>
    </p:spTree>
    <p:extLst>
      <p:ext uri="{BB962C8B-B14F-4D97-AF65-F5344CB8AC3E}">
        <p14:creationId xmlns:p14="http://schemas.microsoft.com/office/powerpoint/2010/main" val="42761609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 Model Phases</a:t>
            </a:r>
          </a:p>
        </p:txBody>
      </p:sp>
      <p:sp>
        <p:nvSpPr>
          <p:cNvPr id="3" name="Content Placeholder 2"/>
          <p:cNvSpPr>
            <a:spLocks noGrp="1"/>
          </p:cNvSpPr>
          <p:nvPr>
            <p:ph idx="1"/>
          </p:nvPr>
        </p:nvSpPr>
        <p:spPr/>
        <p:txBody>
          <a:bodyPr/>
          <a:lstStyle/>
          <a:p>
            <a:pPr marL="0" indent="0" algn="just">
              <a:buNone/>
            </a:pPr>
            <a:r>
              <a:rPr lang="en-US" b="1" dirty="0"/>
              <a:t>Application Generation</a:t>
            </a:r>
          </a:p>
          <a:p>
            <a:pPr algn="just"/>
            <a:r>
              <a:rPr lang="en-US" dirty="0"/>
              <a:t>The actual system is built and coding is done by using automation tools to convert process and data models into actual prototypes.</a:t>
            </a:r>
          </a:p>
          <a:p>
            <a:pPr algn="just"/>
            <a:endParaRPr lang="en-US" dirty="0"/>
          </a:p>
        </p:txBody>
      </p:sp>
    </p:spTree>
    <p:extLst>
      <p:ext uri="{BB962C8B-B14F-4D97-AF65-F5344CB8AC3E}">
        <p14:creationId xmlns:p14="http://schemas.microsoft.com/office/powerpoint/2010/main" val="9310740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 Model Phases</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b="1" dirty="0"/>
              <a:t>Testing and Turnover</a:t>
            </a:r>
          </a:p>
          <a:p>
            <a:pPr algn="just"/>
            <a:r>
              <a:rPr lang="en-US" dirty="0"/>
              <a:t>The overall testing time is reduced in the RAD model as the prototypes are independently tested during every iteration. </a:t>
            </a:r>
          </a:p>
          <a:p>
            <a:pPr algn="just"/>
            <a:r>
              <a:rPr lang="en-US" dirty="0"/>
              <a:t>However, the data flow and the interfaces between all the components need to be thoroughly tested with complete test coverage. </a:t>
            </a:r>
          </a:p>
          <a:p>
            <a:pPr algn="just"/>
            <a:r>
              <a:rPr lang="en-US" dirty="0"/>
              <a:t>Since most of the programming components have already been tested, it reduces the risk of any major issues.</a:t>
            </a:r>
          </a:p>
        </p:txBody>
      </p:sp>
    </p:spTree>
    <p:extLst>
      <p:ext uri="{BB962C8B-B14F-4D97-AF65-F5344CB8AC3E}">
        <p14:creationId xmlns:p14="http://schemas.microsoft.com/office/powerpoint/2010/main" val="1426828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 Model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37731"/>
            <a:ext cx="8113594" cy="4954138"/>
          </a:xfrm>
        </p:spPr>
      </p:pic>
    </p:spTree>
    <p:extLst>
      <p:ext uri="{BB962C8B-B14F-4D97-AF65-F5344CB8AC3E}">
        <p14:creationId xmlns:p14="http://schemas.microsoft.com/office/powerpoint/2010/main" val="611405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RAD Model Vs. Traditional SDLC</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The traditional SDLC follows a rigid process models with high emphasis on requirement analysis and gathering before the coding starts. </a:t>
            </a:r>
          </a:p>
          <a:p>
            <a:pPr algn="just"/>
            <a:r>
              <a:rPr lang="en-US" dirty="0"/>
              <a:t>It puts pressure on the customer to sign off the requirements before the project starts and the customer doesn’t get the feel of the product as there is no working build available for a long time.</a:t>
            </a:r>
          </a:p>
          <a:p>
            <a:pPr algn="just"/>
            <a:r>
              <a:rPr lang="en-US" dirty="0"/>
              <a:t>The customer may need some changes after he gets to see the software.</a:t>
            </a:r>
          </a:p>
        </p:txBody>
      </p:sp>
    </p:spTree>
    <p:extLst>
      <p:ext uri="{BB962C8B-B14F-4D97-AF65-F5344CB8AC3E}">
        <p14:creationId xmlns:p14="http://schemas.microsoft.com/office/powerpoint/2010/main" val="19721492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RAD Model Vs. Traditional SDLC</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However, the change process is quite rigid and it may not be feasible to incorporate major changes in the product in the traditional SDLC.</a:t>
            </a:r>
          </a:p>
          <a:p>
            <a:pPr algn="just"/>
            <a:r>
              <a:rPr lang="en-US" dirty="0"/>
              <a:t>The RAD model focuses on iterative and incremental delivery of working models to the customer. </a:t>
            </a:r>
          </a:p>
          <a:p>
            <a:pPr algn="just"/>
            <a:r>
              <a:rPr lang="en-US" dirty="0"/>
              <a:t>This results in rapid delivery to the customer and customer involvement during the complete development cycle of product reducing the risk of non-conformance with the actual user requirements.</a:t>
            </a:r>
          </a:p>
          <a:p>
            <a:endParaRPr lang="en-US" dirty="0"/>
          </a:p>
        </p:txBody>
      </p:sp>
    </p:spTree>
    <p:extLst>
      <p:ext uri="{BB962C8B-B14F-4D97-AF65-F5344CB8AC3E}">
        <p14:creationId xmlns:p14="http://schemas.microsoft.com/office/powerpoint/2010/main" val="12866990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RAD Model - Application</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t>RAD model can be applied successfully to the projects in which clear modularization is possible. </a:t>
            </a:r>
          </a:p>
          <a:p>
            <a:pPr algn="just"/>
            <a:r>
              <a:rPr lang="en-US" dirty="0"/>
              <a:t>RAD should be used only when a system can be modularized to be delivered in an incremental manner.</a:t>
            </a:r>
          </a:p>
          <a:p>
            <a:pPr algn="just"/>
            <a:r>
              <a:rPr lang="en-US" dirty="0"/>
              <a:t>It should be used if there is a high availability of designers for Modelling.</a:t>
            </a:r>
          </a:p>
          <a:p>
            <a:pPr algn="just"/>
            <a:r>
              <a:rPr lang="en-US" dirty="0"/>
              <a:t>It should be used only if the budget permits use of automated code generating tools.</a:t>
            </a:r>
          </a:p>
          <a:p>
            <a:pPr algn="just"/>
            <a:r>
              <a:rPr lang="en-US" dirty="0"/>
              <a:t>RAD SDLC model should be chosen only if domain experts are available with relevant business knowledge.</a:t>
            </a:r>
          </a:p>
          <a:p>
            <a:pPr algn="just"/>
            <a:r>
              <a:rPr lang="en-US" dirty="0"/>
              <a:t>Should be used where the requirements change during the project and working prototypes are to be presented to customer in small iterations of 2-3 months.</a:t>
            </a:r>
          </a:p>
          <a:p>
            <a:pPr algn="just"/>
            <a:endParaRPr lang="en-US" dirty="0"/>
          </a:p>
        </p:txBody>
      </p:sp>
    </p:spTree>
    <p:extLst>
      <p:ext uri="{BB962C8B-B14F-4D97-AF65-F5344CB8AC3E}">
        <p14:creationId xmlns:p14="http://schemas.microsoft.com/office/powerpoint/2010/main" val="36761219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RAD Model</a:t>
            </a:r>
          </a:p>
        </p:txBody>
      </p:sp>
      <p:sp>
        <p:nvSpPr>
          <p:cNvPr id="3" name="Content Placeholder 2"/>
          <p:cNvSpPr>
            <a:spLocks noGrp="1"/>
          </p:cNvSpPr>
          <p:nvPr>
            <p:ph idx="1"/>
          </p:nvPr>
        </p:nvSpPr>
        <p:spPr/>
        <p:txBody>
          <a:bodyPr>
            <a:normAutofit fontScale="77500" lnSpcReduction="20000"/>
          </a:bodyPr>
          <a:lstStyle/>
          <a:p>
            <a:pPr marL="0" indent="0">
              <a:buNone/>
            </a:pPr>
            <a:endParaRPr lang="en-US" dirty="0"/>
          </a:p>
          <a:p>
            <a:r>
              <a:rPr lang="en-US" dirty="0"/>
              <a:t>Changing requirements can be accommodated.</a:t>
            </a:r>
          </a:p>
          <a:p>
            <a:r>
              <a:rPr lang="en-US" dirty="0"/>
              <a:t>Progress can be measured.</a:t>
            </a:r>
          </a:p>
          <a:p>
            <a:r>
              <a:rPr lang="en-US" dirty="0"/>
              <a:t>Iteration time can be short with use of powerful RAD tools.</a:t>
            </a:r>
          </a:p>
          <a:p>
            <a:r>
              <a:rPr lang="en-US" dirty="0"/>
              <a:t>Productivity with fewer people in a short time.</a:t>
            </a:r>
          </a:p>
          <a:p>
            <a:r>
              <a:rPr lang="en-US" dirty="0"/>
              <a:t>Reduced development time.</a:t>
            </a:r>
          </a:p>
          <a:p>
            <a:r>
              <a:rPr lang="en-US" dirty="0"/>
              <a:t>Increases reusability of components.</a:t>
            </a:r>
          </a:p>
          <a:p>
            <a:r>
              <a:rPr lang="en-US" dirty="0"/>
              <a:t>Quick initial reviews occur.</a:t>
            </a:r>
          </a:p>
          <a:p>
            <a:r>
              <a:rPr lang="en-US" dirty="0"/>
              <a:t>Encourages customer feedback.</a:t>
            </a:r>
          </a:p>
          <a:p>
            <a:r>
              <a:rPr lang="en-US" dirty="0"/>
              <a:t>Integration from very beginning solves a lot of integration issues.</a:t>
            </a:r>
          </a:p>
        </p:txBody>
      </p:sp>
    </p:spTree>
    <p:extLst>
      <p:ext uri="{BB962C8B-B14F-4D97-AF65-F5344CB8AC3E}">
        <p14:creationId xmlns:p14="http://schemas.microsoft.com/office/powerpoint/2010/main" val="27544993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Disadvantages of the RAD Model</a:t>
            </a:r>
          </a:p>
        </p:txBody>
      </p:sp>
      <p:sp>
        <p:nvSpPr>
          <p:cNvPr id="3" name="Content Placeholder 2"/>
          <p:cNvSpPr>
            <a:spLocks noGrp="1"/>
          </p:cNvSpPr>
          <p:nvPr>
            <p:ph idx="1"/>
          </p:nvPr>
        </p:nvSpPr>
        <p:spPr/>
        <p:txBody>
          <a:bodyPr>
            <a:normAutofit fontScale="70000" lnSpcReduction="20000"/>
          </a:bodyPr>
          <a:lstStyle/>
          <a:p>
            <a:pPr marL="0" indent="0">
              <a:buNone/>
            </a:pPr>
            <a:endParaRPr lang="en-US" dirty="0"/>
          </a:p>
          <a:p>
            <a:r>
              <a:rPr lang="en-US" dirty="0"/>
              <a:t>Dependency on technically strong team members for identifying business requirements.</a:t>
            </a:r>
          </a:p>
          <a:p>
            <a:r>
              <a:rPr lang="en-US" dirty="0"/>
              <a:t>Only system that can be modularized can be built using RAD.</a:t>
            </a:r>
          </a:p>
          <a:p>
            <a:r>
              <a:rPr lang="en-US" dirty="0"/>
              <a:t>Requires highly skilled developers/designers.</a:t>
            </a:r>
          </a:p>
          <a:p>
            <a:r>
              <a:rPr lang="en-US" dirty="0"/>
              <a:t>High dependency on Modelling skills.</a:t>
            </a:r>
          </a:p>
          <a:p>
            <a:r>
              <a:rPr lang="en-US" dirty="0"/>
              <a:t>Inapplicable to cheaper projects as cost of Modelling and automated code generation is very high.</a:t>
            </a:r>
          </a:p>
          <a:p>
            <a:r>
              <a:rPr lang="en-US" dirty="0"/>
              <a:t>Management complexity is more.</a:t>
            </a:r>
          </a:p>
          <a:p>
            <a:r>
              <a:rPr lang="en-US" dirty="0"/>
              <a:t>Suitable for systems that are component based and scalable.</a:t>
            </a:r>
          </a:p>
          <a:p>
            <a:r>
              <a:rPr lang="en-US" dirty="0"/>
              <a:t>Requires user involvement throughout the life cycle.</a:t>
            </a:r>
          </a:p>
          <a:p>
            <a:r>
              <a:rPr lang="en-US" dirty="0"/>
              <a:t>Suitable for project requiring shorter development times.</a:t>
            </a:r>
          </a:p>
          <a:p>
            <a:endParaRPr lang="en-US" dirty="0"/>
          </a:p>
        </p:txBody>
      </p:sp>
    </p:spTree>
    <p:extLst>
      <p:ext uri="{BB962C8B-B14F-4D97-AF65-F5344CB8AC3E}">
        <p14:creationId xmlns:p14="http://schemas.microsoft.com/office/powerpoint/2010/main" val="3930190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Rational Unified Process</a:t>
            </a:r>
          </a:p>
        </p:txBody>
      </p:sp>
      <p:sp>
        <p:nvSpPr>
          <p:cNvPr id="3" name="Content Placeholder 2"/>
          <p:cNvSpPr>
            <a:spLocks noGrp="1"/>
          </p:cNvSpPr>
          <p:nvPr>
            <p:ph idx="1"/>
          </p:nvPr>
        </p:nvSpPr>
        <p:spPr/>
        <p:txBody>
          <a:bodyPr>
            <a:normAutofit fontScale="70000" lnSpcReduction="20000"/>
          </a:bodyPr>
          <a:lstStyle/>
          <a:p>
            <a:pPr algn="just" fontAlgn="base">
              <a:buFont typeface="Wingdings" panose="05000000000000000000" pitchFamily="2" charset="2"/>
              <a:buChar char="Ø"/>
            </a:pPr>
            <a:r>
              <a:rPr lang="en-US" b="1" dirty="0"/>
              <a:t>S</a:t>
            </a:r>
            <a:r>
              <a:rPr lang="en-US" dirty="0"/>
              <a:t>oftware development process for object-oriented models.</a:t>
            </a:r>
          </a:p>
          <a:p>
            <a:pPr algn="just" fontAlgn="base">
              <a:buFont typeface="Wingdings" panose="05000000000000000000" pitchFamily="2" charset="2"/>
              <a:buChar char="Ø"/>
            </a:pPr>
            <a:r>
              <a:rPr lang="en-US" dirty="0"/>
              <a:t> It is created by Rational software Corporation, a division of IBM.</a:t>
            </a:r>
          </a:p>
          <a:p>
            <a:pPr algn="just" fontAlgn="base">
              <a:buFont typeface="Wingdings" panose="05000000000000000000" pitchFamily="2" charset="2"/>
              <a:buChar char="Ø"/>
            </a:pPr>
            <a:r>
              <a:rPr lang="en-US" dirty="0"/>
              <a:t> It is designed and documented using UML (Unified Modeling Language). </a:t>
            </a:r>
          </a:p>
          <a:p>
            <a:pPr marL="0" indent="0" algn="just" fontAlgn="base">
              <a:buNone/>
            </a:pPr>
            <a:r>
              <a:rPr lang="en-US" b="1" dirty="0"/>
              <a:t>Some characteristics of RUP are:</a:t>
            </a:r>
          </a:p>
          <a:p>
            <a:pPr marL="514350" indent="-514350" algn="just" fontAlgn="base">
              <a:buFont typeface="+mj-lt"/>
              <a:buAutoNum type="alphaLcPeriod"/>
            </a:pPr>
            <a:r>
              <a:rPr lang="en-US" dirty="0"/>
              <a:t>Use-case Driven, </a:t>
            </a:r>
          </a:p>
          <a:p>
            <a:pPr marL="514350" indent="-514350" algn="just" fontAlgn="base">
              <a:buFont typeface="+mj-lt"/>
              <a:buAutoNum type="alphaLcPeriod"/>
            </a:pPr>
            <a:r>
              <a:rPr lang="en-US" dirty="0"/>
              <a:t>Iterative, </a:t>
            </a:r>
          </a:p>
          <a:p>
            <a:pPr marL="514350" indent="-514350" algn="just" fontAlgn="base">
              <a:buFont typeface="+mj-lt"/>
              <a:buAutoNum type="alphaLcPeriod"/>
            </a:pPr>
            <a:r>
              <a:rPr lang="en-US" dirty="0"/>
              <a:t>Incremental, </a:t>
            </a:r>
          </a:p>
          <a:p>
            <a:pPr marL="514350" indent="-514350" algn="just" fontAlgn="base">
              <a:buFont typeface="+mj-lt"/>
              <a:buAutoNum type="alphaLcPeriod"/>
            </a:pPr>
            <a:r>
              <a:rPr lang="en-US" dirty="0"/>
              <a:t>Delivered Online Using Web Technology, </a:t>
            </a:r>
          </a:p>
          <a:p>
            <a:pPr marL="514350" indent="-514350" algn="just" fontAlgn="base">
              <a:buFont typeface="+mj-lt"/>
              <a:buAutoNum type="alphaLcPeriod"/>
            </a:pPr>
            <a:r>
              <a:rPr lang="en-US" dirty="0"/>
              <a:t>Customized Or Tailored In Modular And Electronic Form.</a:t>
            </a:r>
          </a:p>
          <a:p>
            <a:pPr marL="0" indent="0" algn="just" fontAlgn="base">
              <a:buNone/>
            </a:pPr>
            <a:r>
              <a:rPr lang="en-US" dirty="0"/>
              <a:t>RUP reduces unexpected development costs and prevents the wastage of resources. </a:t>
            </a:r>
          </a:p>
          <a:p>
            <a:pPr algn="just"/>
            <a:endParaRPr lang="en-US" dirty="0"/>
          </a:p>
        </p:txBody>
      </p:sp>
    </p:spTree>
    <p:extLst>
      <p:ext uri="{BB962C8B-B14F-4D97-AF65-F5344CB8AC3E}">
        <p14:creationId xmlns:p14="http://schemas.microsoft.com/office/powerpoint/2010/main" val="24451229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Phases of RUP</a:t>
            </a:r>
            <a:br>
              <a:rPr lang="en-US" b="1" dirty="0"/>
            </a:br>
            <a:endParaRPr lang="en-US" dirty="0"/>
          </a:p>
        </p:txBody>
      </p:sp>
      <p:sp>
        <p:nvSpPr>
          <p:cNvPr id="3" name="Content Placeholder 2"/>
          <p:cNvSpPr>
            <a:spLocks noGrp="1"/>
          </p:cNvSpPr>
          <p:nvPr>
            <p:ph idx="1"/>
          </p:nvPr>
        </p:nvSpPr>
        <p:spPr/>
        <p:txBody>
          <a:bodyPr>
            <a:normAutofit/>
          </a:bodyPr>
          <a:lstStyle/>
          <a:p>
            <a:pPr marL="514350" indent="-514350" fontAlgn="base">
              <a:buFont typeface="+mj-lt"/>
              <a:buAutoNum type="arabicPeriod"/>
            </a:pPr>
            <a:r>
              <a:rPr lang="en-US" dirty="0"/>
              <a:t>Inception</a:t>
            </a:r>
          </a:p>
          <a:p>
            <a:pPr marL="514350" indent="-514350" fontAlgn="base">
              <a:buFont typeface="+mj-lt"/>
              <a:buAutoNum type="arabicPeriod"/>
            </a:pPr>
            <a:r>
              <a:rPr lang="en-US" dirty="0"/>
              <a:t>Elaboration</a:t>
            </a:r>
          </a:p>
          <a:p>
            <a:pPr marL="514350" indent="-514350" fontAlgn="base">
              <a:buFont typeface="+mj-lt"/>
              <a:buAutoNum type="arabicPeriod"/>
            </a:pPr>
            <a:r>
              <a:rPr lang="en-US" dirty="0"/>
              <a:t>Construction</a:t>
            </a:r>
          </a:p>
          <a:p>
            <a:pPr marL="514350" indent="-514350" fontAlgn="base">
              <a:buFont typeface="+mj-lt"/>
              <a:buAutoNum type="arabicPeriod"/>
            </a:pPr>
            <a:r>
              <a:rPr lang="en-US" dirty="0"/>
              <a:t>Transition</a:t>
            </a:r>
          </a:p>
          <a:p>
            <a:pPr marL="514350" indent="-514350" fontAlgn="base">
              <a:buFont typeface="+mj-lt"/>
              <a:buAutoNum type="arabicPeriod"/>
            </a:pPr>
            <a:r>
              <a:rPr lang="en-US" dirty="0"/>
              <a:t>Production</a:t>
            </a:r>
          </a:p>
          <a:p>
            <a:endParaRPr lang="en-US" dirty="0"/>
          </a:p>
        </p:txBody>
      </p:sp>
    </p:spTree>
    <p:extLst>
      <p:ext uri="{BB962C8B-B14F-4D97-AF65-F5344CB8AC3E}">
        <p14:creationId xmlns:p14="http://schemas.microsoft.com/office/powerpoint/2010/main" val="34309710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Inception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1" algn="just" fontAlgn="base">
              <a:buFont typeface="Wingdings" panose="05000000000000000000" pitchFamily="2" charset="2"/>
              <a:buChar char="§"/>
            </a:pPr>
            <a:r>
              <a:rPr lang="en-US" dirty="0"/>
              <a:t>Communication and planning </a:t>
            </a:r>
          </a:p>
          <a:p>
            <a:pPr lvl="1" algn="just" fontAlgn="base">
              <a:buFont typeface="Wingdings" panose="05000000000000000000" pitchFamily="2" charset="2"/>
              <a:buChar char="§"/>
            </a:pPr>
            <a:r>
              <a:rPr lang="en-US" dirty="0"/>
              <a:t>Identifies the scope of the project using a use-case model </a:t>
            </a:r>
          </a:p>
          <a:p>
            <a:pPr lvl="1" algn="just" fontAlgn="base">
              <a:buFont typeface="Wingdings" panose="05000000000000000000" pitchFamily="2" charset="2"/>
              <a:buChar char="§"/>
            </a:pPr>
            <a:r>
              <a:rPr lang="en-US" dirty="0"/>
              <a:t>Allows managers to estimate costs and time required.</a:t>
            </a:r>
          </a:p>
          <a:p>
            <a:pPr lvl="1" algn="just" fontAlgn="base">
              <a:buFont typeface="Wingdings" panose="05000000000000000000" pitchFamily="2" charset="2"/>
              <a:buChar char="§"/>
            </a:pPr>
            <a:r>
              <a:rPr lang="en-US" dirty="0"/>
              <a:t>Customers’ requirements are identified which makes and easy to make a plan for the project.</a:t>
            </a:r>
          </a:p>
          <a:p>
            <a:pPr lvl="1" algn="just" fontAlgn="base">
              <a:buFont typeface="Wingdings" panose="05000000000000000000" pitchFamily="2" charset="2"/>
              <a:buChar char="§"/>
            </a:pPr>
            <a:r>
              <a:rPr lang="en-US" dirty="0"/>
              <a:t>The project plan, Project goal, risks, use-case model, and Project description, are made.</a:t>
            </a:r>
          </a:p>
          <a:p>
            <a:pPr lvl="1" algn="just" fontAlgn="base">
              <a:buFont typeface="Wingdings" panose="05000000000000000000" pitchFamily="2" charset="2"/>
              <a:buChar char="§"/>
            </a:pPr>
            <a:r>
              <a:rPr lang="en-US" dirty="0"/>
              <a:t>The project is checked against the milestone criteria </a:t>
            </a:r>
          </a:p>
          <a:p>
            <a:pPr lvl="1" algn="just" fontAlgn="base">
              <a:buFont typeface="Wingdings" panose="05000000000000000000" pitchFamily="2" charset="2"/>
              <a:buChar char="§"/>
            </a:pPr>
            <a:r>
              <a:rPr lang="en-US" dirty="0"/>
              <a:t> if it couldn’t pass these criteria then the project can be either canceled or redesigned.</a:t>
            </a:r>
          </a:p>
        </p:txBody>
      </p:sp>
    </p:spTree>
    <p:extLst>
      <p:ext uri="{BB962C8B-B14F-4D97-AF65-F5344CB8AC3E}">
        <p14:creationId xmlns:p14="http://schemas.microsoft.com/office/powerpoint/2010/main" val="17714292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Elaboration </a:t>
            </a:r>
            <a:br>
              <a:rPr lang="en-US" dirty="0"/>
            </a:br>
            <a:endParaRPr lang="en-US" dirty="0"/>
          </a:p>
        </p:txBody>
      </p:sp>
      <p:sp>
        <p:nvSpPr>
          <p:cNvPr id="3" name="Content Placeholder 2"/>
          <p:cNvSpPr>
            <a:spLocks noGrp="1"/>
          </p:cNvSpPr>
          <p:nvPr>
            <p:ph idx="1"/>
          </p:nvPr>
        </p:nvSpPr>
        <p:spPr/>
        <p:txBody>
          <a:bodyPr>
            <a:normAutofit/>
          </a:bodyPr>
          <a:lstStyle/>
          <a:p>
            <a:pPr lvl="1" fontAlgn="base">
              <a:buFont typeface="Wingdings" panose="05000000000000000000" pitchFamily="2" charset="2"/>
              <a:buChar char="§"/>
            </a:pPr>
            <a:r>
              <a:rPr lang="en-US" dirty="0"/>
              <a:t>Planning and modeling </a:t>
            </a:r>
          </a:p>
          <a:p>
            <a:pPr lvl="1" fontAlgn="base">
              <a:buFont typeface="Wingdings" panose="05000000000000000000" pitchFamily="2" charset="2"/>
              <a:buChar char="§"/>
            </a:pPr>
            <a:r>
              <a:rPr lang="en-US" dirty="0"/>
              <a:t>A detailed evaluation and development plan is carried out and diminishes the risks.</a:t>
            </a:r>
          </a:p>
          <a:p>
            <a:pPr lvl="1" fontAlgn="base">
              <a:buFont typeface="Wingdings" panose="05000000000000000000" pitchFamily="2" charset="2"/>
              <a:buChar char="§"/>
            </a:pPr>
            <a:r>
              <a:rPr lang="en-US" dirty="0"/>
              <a:t>Revise or redefine the use-case model (approx. 80%), business case, and risks.</a:t>
            </a:r>
          </a:p>
          <a:p>
            <a:pPr lvl="1" fontAlgn="base">
              <a:buFont typeface="Wingdings" panose="05000000000000000000" pitchFamily="2" charset="2"/>
              <a:buChar char="§"/>
            </a:pPr>
            <a:r>
              <a:rPr lang="en-US" dirty="0"/>
              <a:t>Again, checked against milestone criteria and if it couldn’t pass these criteria then again project can be canceled or redesigned.</a:t>
            </a:r>
          </a:p>
          <a:p>
            <a:pPr lvl="1" fontAlgn="base">
              <a:buFont typeface="Wingdings" panose="05000000000000000000" pitchFamily="2" charset="2"/>
              <a:buChar char="§"/>
            </a:pPr>
            <a:r>
              <a:rPr lang="en-US" dirty="0"/>
              <a:t>Executable architecture baseline</a:t>
            </a:r>
          </a:p>
        </p:txBody>
      </p:sp>
    </p:spTree>
    <p:extLst>
      <p:ext uri="{BB962C8B-B14F-4D97-AF65-F5344CB8AC3E}">
        <p14:creationId xmlns:p14="http://schemas.microsoft.com/office/powerpoint/2010/main" val="12993416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Construction </a:t>
            </a:r>
            <a:endParaRPr lang="en-US" dirty="0"/>
          </a:p>
        </p:txBody>
      </p:sp>
      <p:sp>
        <p:nvSpPr>
          <p:cNvPr id="3" name="Content Placeholder 2"/>
          <p:cNvSpPr>
            <a:spLocks noGrp="1"/>
          </p:cNvSpPr>
          <p:nvPr>
            <p:ph idx="1"/>
          </p:nvPr>
        </p:nvSpPr>
        <p:spPr/>
        <p:txBody>
          <a:bodyPr>
            <a:normAutofit/>
          </a:bodyPr>
          <a:lstStyle/>
          <a:p>
            <a:pPr lvl="1" fontAlgn="base">
              <a:buFont typeface="Wingdings" panose="05000000000000000000" pitchFamily="2" charset="2"/>
              <a:buChar char="§"/>
            </a:pPr>
            <a:r>
              <a:rPr lang="en-US" dirty="0"/>
              <a:t>The project is developed and completed.</a:t>
            </a:r>
          </a:p>
          <a:p>
            <a:pPr lvl="1" fontAlgn="base">
              <a:buFont typeface="Wingdings" panose="05000000000000000000" pitchFamily="2" charset="2"/>
              <a:buChar char="§"/>
            </a:pPr>
            <a:r>
              <a:rPr lang="en-US" dirty="0"/>
              <a:t>System or source code is created and then testing is done.</a:t>
            </a:r>
          </a:p>
          <a:p>
            <a:pPr lvl="1" fontAlgn="base">
              <a:buFont typeface="Wingdings" panose="05000000000000000000" pitchFamily="2" charset="2"/>
              <a:buChar char="§"/>
            </a:pPr>
            <a:r>
              <a:rPr lang="en-US" dirty="0"/>
              <a:t>Coding takes place.</a:t>
            </a:r>
          </a:p>
        </p:txBody>
      </p:sp>
    </p:spTree>
    <p:extLst>
      <p:ext uri="{BB962C8B-B14F-4D97-AF65-F5344CB8AC3E}">
        <p14:creationId xmlns:p14="http://schemas.microsoft.com/office/powerpoint/2010/main" val="17734265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Transition </a:t>
            </a:r>
            <a:endParaRPr lang="en-US" dirty="0"/>
          </a:p>
        </p:txBody>
      </p:sp>
      <p:sp>
        <p:nvSpPr>
          <p:cNvPr id="3" name="Content Placeholder 2"/>
          <p:cNvSpPr>
            <a:spLocks noGrp="1"/>
          </p:cNvSpPr>
          <p:nvPr>
            <p:ph idx="1"/>
          </p:nvPr>
        </p:nvSpPr>
        <p:spPr/>
        <p:txBody>
          <a:bodyPr>
            <a:normAutofit/>
          </a:bodyPr>
          <a:lstStyle/>
          <a:p>
            <a:pPr lvl="1" fontAlgn="base">
              <a:buFont typeface="Wingdings" panose="05000000000000000000" pitchFamily="2" charset="2"/>
              <a:buChar char="§"/>
            </a:pPr>
            <a:r>
              <a:rPr lang="en-US" dirty="0"/>
              <a:t>The final project is released to the public.</a:t>
            </a:r>
          </a:p>
          <a:p>
            <a:pPr lvl="1" fontAlgn="base">
              <a:buFont typeface="Wingdings" panose="05000000000000000000" pitchFamily="2" charset="2"/>
              <a:buChar char="§"/>
            </a:pPr>
            <a:r>
              <a:rPr lang="en-US" dirty="0"/>
              <a:t>Transit the project from development into production.</a:t>
            </a:r>
          </a:p>
          <a:p>
            <a:pPr lvl="1" fontAlgn="base">
              <a:buFont typeface="Wingdings" panose="05000000000000000000" pitchFamily="2" charset="2"/>
              <a:buChar char="§"/>
            </a:pPr>
            <a:r>
              <a:rPr lang="en-US" dirty="0"/>
              <a:t>Update project documentation.</a:t>
            </a:r>
          </a:p>
          <a:p>
            <a:pPr lvl="1" fontAlgn="base">
              <a:buFont typeface="Wingdings" panose="05000000000000000000" pitchFamily="2" charset="2"/>
              <a:buChar char="§"/>
            </a:pPr>
            <a:r>
              <a:rPr lang="en-US" dirty="0"/>
              <a:t>Beta testing is conducted.</a:t>
            </a:r>
          </a:p>
          <a:p>
            <a:pPr lvl="1" fontAlgn="base">
              <a:buFont typeface="Wingdings" panose="05000000000000000000" pitchFamily="2" charset="2"/>
              <a:buChar char="§"/>
            </a:pPr>
            <a:r>
              <a:rPr lang="en-US" dirty="0"/>
              <a:t>Defects are removed from the project based on feedback from the public.</a:t>
            </a:r>
          </a:p>
          <a:p>
            <a:endParaRPr lang="en-US" dirty="0"/>
          </a:p>
          <a:p>
            <a:endParaRPr lang="en-US" dirty="0"/>
          </a:p>
        </p:txBody>
      </p:sp>
    </p:spTree>
    <p:extLst>
      <p:ext uri="{BB962C8B-B14F-4D97-AF65-F5344CB8AC3E}">
        <p14:creationId xmlns:p14="http://schemas.microsoft.com/office/powerpoint/2010/main" val="28508120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Production </a:t>
            </a:r>
            <a:br>
              <a:rPr lang="en-US" dirty="0"/>
            </a:br>
            <a:endParaRPr lang="en-US" dirty="0"/>
          </a:p>
        </p:txBody>
      </p:sp>
      <p:sp>
        <p:nvSpPr>
          <p:cNvPr id="3" name="Content Placeholder 2"/>
          <p:cNvSpPr>
            <a:spLocks noGrp="1"/>
          </p:cNvSpPr>
          <p:nvPr>
            <p:ph idx="1"/>
          </p:nvPr>
        </p:nvSpPr>
        <p:spPr/>
        <p:txBody>
          <a:bodyPr/>
          <a:lstStyle/>
          <a:p>
            <a:pPr lvl="1" fontAlgn="base">
              <a:buFont typeface="Wingdings" panose="05000000000000000000" pitchFamily="2" charset="2"/>
              <a:buChar char="§"/>
            </a:pPr>
            <a:r>
              <a:rPr lang="en-US" dirty="0"/>
              <a:t>The final phase of the model.</a:t>
            </a:r>
          </a:p>
          <a:p>
            <a:pPr lvl="1" fontAlgn="base">
              <a:buFont typeface="Wingdings" panose="05000000000000000000" pitchFamily="2" charset="2"/>
              <a:buChar char="§"/>
            </a:pPr>
            <a:r>
              <a:rPr lang="en-US" dirty="0"/>
              <a:t>The project is maintained and updated accordingly.</a:t>
            </a:r>
          </a:p>
          <a:p>
            <a:endParaRPr lang="en-US" dirty="0"/>
          </a:p>
          <a:p>
            <a:endParaRPr lang="en-US" dirty="0"/>
          </a:p>
        </p:txBody>
      </p:sp>
    </p:spTree>
    <p:extLst>
      <p:ext uri="{BB962C8B-B14F-4D97-AF65-F5344CB8AC3E}">
        <p14:creationId xmlns:p14="http://schemas.microsoft.com/office/powerpoint/2010/main" val="40609123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Advantages of Rational Unified Process (RUP)</a:t>
            </a:r>
            <a:br>
              <a:rPr lang="en-US" b="1" dirty="0"/>
            </a:br>
            <a:endParaRPr lang="en-US" dirty="0"/>
          </a:p>
        </p:txBody>
      </p:sp>
      <p:sp>
        <p:nvSpPr>
          <p:cNvPr id="3" name="Content Placeholder 2"/>
          <p:cNvSpPr>
            <a:spLocks noGrp="1"/>
          </p:cNvSpPr>
          <p:nvPr>
            <p:ph idx="1"/>
          </p:nvPr>
        </p:nvSpPr>
        <p:spPr/>
        <p:txBody>
          <a:bodyPr>
            <a:normAutofit/>
          </a:bodyPr>
          <a:lstStyle/>
          <a:p>
            <a:pPr algn="just" fontAlgn="base"/>
            <a:r>
              <a:rPr lang="en-US" dirty="0"/>
              <a:t>RUP provides good documentation, it completes the process in itself.</a:t>
            </a:r>
          </a:p>
          <a:p>
            <a:pPr algn="just" fontAlgn="base"/>
            <a:r>
              <a:rPr lang="en-US" dirty="0"/>
              <a:t>RUP provides risk-management support.</a:t>
            </a:r>
          </a:p>
          <a:p>
            <a:pPr algn="just" fontAlgn="base"/>
            <a:r>
              <a:rPr lang="en-US" dirty="0"/>
              <a:t>RUP reuses the components, and hence total time duration is less.</a:t>
            </a:r>
          </a:p>
          <a:p>
            <a:pPr algn="just" fontAlgn="base"/>
            <a:r>
              <a:rPr lang="en-US" dirty="0"/>
              <a:t>Good online support is available in the form of tutorials and training.</a:t>
            </a:r>
          </a:p>
          <a:p>
            <a:pPr algn="just"/>
            <a:endParaRPr lang="en-US" dirty="0"/>
          </a:p>
        </p:txBody>
      </p:sp>
    </p:spTree>
    <p:extLst>
      <p:ext uri="{BB962C8B-B14F-4D97-AF65-F5344CB8AC3E}">
        <p14:creationId xmlns:p14="http://schemas.microsoft.com/office/powerpoint/2010/main" val="4969554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Disadvantages of Rational Unified Process (RUP)</a:t>
            </a:r>
            <a:endParaRPr lang="en-US" dirty="0"/>
          </a:p>
        </p:txBody>
      </p:sp>
      <p:sp>
        <p:nvSpPr>
          <p:cNvPr id="3" name="Content Placeholder 2"/>
          <p:cNvSpPr>
            <a:spLocks noGrp="1"/>
          </p:cNvSpPr>
          <p:nvPr>
            <p:ph idx="1"/>
          </p:nvPr>
        </p:nvSpPr>
        <p:spPr/>
        <p:txBody>
          <a:bodyPr>
            <a:normAutofit/>
          </a:bodyPr>
          <a:lstStyle/>
          <a:p>
            <a:pPr algn="just" fontAlgn="base"/>
            <a:r>
              <a:rPr lang="en-US" dirty="0"/>
              <a:t>Team of expert professional is required, as the process is complex.</a:t>
            </a:r>
          </a:p>
          <a:p>
            <a:pPr algn="just" fontAlgn="base"/>
            <a:r>
              <a:rPr lang="en-US" dirty="0"/>
              <a:t>Complex and not properly organized process.</a:t>
            </a:r>
          </a:p>
          <a:p>
            <a:pPr algn="just" fontAlgn="base"/>
            <a:r>
              <a:rPr lang="en-US" dirty="0"/>
              <a:t>More dependency on risk management.</a:t>
            </a:r>
          </a:p>
          <a:p>
            <a:pPr algn="just" fontAlgn="base"/>
            <a:r>
              <a:rPr lang="en-US" dirty="0"/>
              <a:t>Hard to integrate again and again.</a:t>
            </a:r>
          </a:p>
          <a:p>
            <a:pPr algn="just"/>
            <a:endParaRPr lang="en-US" dirty="0"/>
          </a:p>
        </p:txBody>
      </p:sp>
    </p:spTree>
    <p:extLst>
      <p:ext uri="{BB962C8B-B14F-4D97-AF65-F5344CB8AC3E}">
        <p14:creationId xmlns:p14="http://schemas.microsoft.com/office/powerpoint/2010/main" val="30897614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Evolutionary Model</a:t>
            </a:r>
          </a:p>
        </p:txBody>
      </p:sp>
      <p:pic>
        <p:nvPicPr>
          <p:cNvPr id="7" name="Content Placeholder 6"/>
          <p:cNvPicPr>
            <a:picLocks noGrp="1" noChangeAspect="1"/>
          </p:cNvPicPr>
          <p:nvPr>
            <p:ph idx="1"/>
          </p:nvPr>
        </p:nvPicPr>
        <p:blipFill>
          <a:blip r:embed="rId2"/>
          <a:stretch>
            <a:fillRect/>
          </a:stretch>
        </p:blipFill>
        <p:spPr>
          <a:xfrm>
            <a:off x="1016000" y="1676400"/>
            <a:ext cx="7467600" cy="4328160"/>
          </a:xfrm>
          <a:prstGeom prst="rect">
            <a:avLst/>
          </a:prstGeom>
        </p:spPr>
      </p:pic>
    </p:spTree>
    <p:extLst>
      <p:ext uri="{BB962C8B-B14F-4D97-AF65-F5344CB8AC3E}">
        <p14:creationId xmlns:p14="http://schemas.microsoft.com/office/powerpoint/2010/main" val="25154807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of Evolutionary Model</a:t>
            </a:r>
            <a:endParaRPr lang="en-US" dirty="0"/>
          </a:p>
        </p:txBody>
      </p:sp>
      <p:sp>
        <p:nvSpPr>
          <p:cNvPr id="3" name="Content Placeholder 2"/>
          <p:cNvSpPr>
            <a:spLocks noGrp="1"/>
          </p:cNvSpPr>
          <p:nvPr>
            <p:ph idx="1"/>
          </p:nvPr>
        </p:nvSpPr>
        <p:spPr/>
        <p:txBody>
          <a:bodyPr>
            <a:normAutofit fontScale="92500"/>
          </a:bodyPr>
          <a:lstStyle/>
          <a:p>
            <a:pPr marL="0" indent="0" fontAlgn="base">
              <a:buNone/>
            </a:pPr>
            <a:endParaRPr lang="en-US" dirty="0"/>
          </a:p>
          <a:p>
            <a:pPr fontAlgn="base"/>
            <a:r>
              <a:rPr lang="en-US" dirty="0"/>
              <a:t>It is used in large projects where you can easily find modules for incremental implementation. </a:t>
            </a:r>
          </a:p>
          <a:p>
            <a:pPr fontAlgn="base"/>
            <a:r>
              <a:rPr lang="en-US" dirty="0"/>
              <a:t>Commonly used when the customer wants to start using the core features instead of waiting for the full software.</a:t>
            </a:r>
          </a:p>
          <a:p>
            <a:pPr fontAlgn="base"/>
            <a:r>
              <a:rPr lang="en-US" dirty="0"/>
              <a:t>Used in object oriented software development because the system can be easily portioned into units in terms of objects.</a:t>
            </a:r>
          </a:p>
          <a:p>
            <a:endParaRPr lang="en-US" dirty="0"/>
          </a:p>
        </p:txBody>
      </p:sp>
    </p:spTree>
    <p:extLst>
      <p:ext uri="{BB962C8B-B14F-4D97-AF65-F5344CB8AC3E}">
        <p14:creationId xmlns:p14="http://schemas.microsoft.com/office/powerpoint/2010/main" val="6731517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Component Based software Engineering</a:t>
            </a:r>
          </a:p>
        </p:txBody>
      </p:sp>
      <p:sp>
        <p:nvSpPr>
          <p:cNvPr id="3" name="Content Placeholder 2"/>
          <p:cNvSpPr>
            <a:spLocks noGrp="1"/>
          </p:cNvSpPr>
          <p:nvPr>
            <p:ph idx="1"/>
          </p:nvPr>
        </p:nvSpPr>
        <p:spPr/>
        <p:txBody>
          <a:bodyPr>
            <a:normAutofit fontScale="92500"/>
          </a:bodyPr>
          <a:lstStyle/>
          <a:p>
            <a:pPr algn="just" fontAlgn="base"/>
            <a:r>
              <a:rPr lang="en-US" dirty="0"/>
              <a:t>A process that focuses on the design and development of computer-based systems with the use of reusable software components. </a:t>
            </a:r>
          </a:p>
          <a:p>
            <a:pPr algn="just" fontAlgn="base"/>
            <a:r>
              <a:rPr lang="en-US" dirty="0"/>
              <a:t>It identifies candidate components ,qualifies each component’s interface, adapts components to remove architectural mismatches, assembles components into a selected architectural style, and updates components as requirements for the system change.</a:t>
            </a:r>
          </a:p>
          <a:p>
            <a:pPr algn="just"/>
            <a:endParaRPr lang="en-US" dirty="0"/>
          </a:p>
        </p:txBody>
      </p:sp>
    </p:spTree>
    <p:extLst>
      <p:ext uri="{BB962C8B-B14F-4D97-AF65-F5344CB8AC3E}">
        <p14:creationId xmlns:p14="http://schemas.microsoft.com/office/powerpoint/2010/main" val="25886913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Basic Principle of Component-Based Software Engineering</a:t>
            </a:r>
          </a:p>
        </p:txBody>
      </p:sp>
      <p:sp>
        <p:nvSpPr>
          <p:cNvPr id="3" name="Content Placeholder 2"/>
          <p:cNvSpPr>
            <a:spLocks noGrp="1"/>
          </p:cNvSpPr>
          <p:nvPr>
            <p:ph idx="1"/>
          </p:nvPr>
        </p:nvSpPr>
        <p:spPr/>
        <p:txBody>
          <a:bodyPr>
            <a:normAutofit fontScale="70000" lnSpcReduction="20000"/>
          </a:bodyPr>
          <a:lstStyle/>
          <a:p>
            <a:pPr algn="just"/>
            <a:r>
              <a:rPr lang="en-US" b="1" dirty="0"/>
              <a:t>Reusability</a:t>
            </a:r>
            <a:r>
              <a:rPr lang="en-US" dirty="0"/>
              <a:t> − Components are usually designed to be reused in different situations in different applications. </a:t>
            </a:r>
          </a:p>
          <a:p>
            <a:pPr algn="just"/>
            <a:r>
              <a:rPr lang="en-US" b="1" dirty="0"/>
              <a:t>Replaceable</a:t>
            </a:r>
            <a:r>
              <a:rPr lang="en-US" dirty="0"/>
              <a:t> − Components may be freely substituted with other similar components.</a:t>
            </a:r>
          </a:p>
          <a:p>
            <a:pPr algn="just"/>
            <a:r>
              <a:rPr lang="en-US" b="1" dirty="0"/>
              <a:t>Not context specific</a:t>
            </a:r>
            <a:r>
              <a:rPr lang="en-US" dirty="0"/>
              <a:t> − Components are designed to operate in different environments and contexts.</a:t>
            </a:r>
          </a:p>
          <a:p>
            <a:pPr algn="just"/>
            <a:r>
              <a:rPr lang="en-US" b="1" dirty="0"/>
              <a:t>Extensible</a:t>
            </a:r>
            <a:r>
              <a:rPr lang="en-US" dirty="0"/>
              <a:t> − A component can be extended from existing components to provide new behavior.</a:t>
            </a:r>
          </a:p>
          <a:p>
            <a:pPr algn="just"/>
            <a:r>
              <a:rPr lang="en-US" b="1" dirty="0"/>
              <a:t>Encapsulated</a:t>
            </a:r>
            <a:r>
              <a:rPr lang="en-US" dirty="0"/>
              <a:t> − A component depicts the interfaces, which allow the caller to use its functionality, and do not expose details of the internal processes or any internal variables or state.</a:t>
            </a:r>
          </a:p>
          <a:p>
            <a:pPr algn="just"/>
            <a:r>
              <a:rPr lang="en-US" b="1" dirty="0"/>
              <a:t>Independent</a:t>
            </a:r>
            <a:r>
              <a:rPr lang="en-US" dirty="0"/>
              <a:t> − Components are designed to have minimal dependencies on other components.</a:t>
            </a:r>
          </a:p>
        </p:txBody>
      </p:sp>
    </p:spTree>
    <p:extLst>
      <p:ext uri="{BB962C8B-B14F-4D97-AF65-F5344CB8AC3E}">
        <p14:creationId xmlns:p14="http://schemas.microsoft.com/office/powerpoint/2010/main" val="9768950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 oriented model</a:t>
            </a:r>
          </a:p>
        </p:txBody>
      </p:sp>
      <p:pic>
        <p:nvPicPr>
          <p:cNvPr id="5" name="Content Placeholder 4"/>
          <p:cNvPicPr>
            <a:picLocks noGrp="1" noChangeAspect="1"/>
          </p:cNvPicPr>
          <p:nvPr>
            <p:ph idx="1"/>
          </p:nvPr>
        </p:nvPicPr>
        <p:blipFill>
          <a:blip r:embed="rId2"/>
          <a:stretch>
            <a:fillRect/>
          </a:stretch>
        </p:blipFill>
        <p:spPr>
          <a:xfrm>
            <a:off x="523875" y="2052320"/>
            <a:ext cx="8096250" cy="3637280"/>
          </a:xfrm>
          <a:prstGeom prst="rect">
            <a:avLst/>
          </a:prstGeom>
        </p:spPr>
      </p:pic>
    </p:spTree>
    <p:extLst>
      <p:ext uri="{BB962C8B-B14F-4D97-AF65-F5344CB8AC3E}">
        <p14:creationId xmlns:p14="http://schemas.microsoft.com/office/powerpoint/2010/main" val="31967606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a:t>
            </a:r>
            <a:endParaRPr lang="en-US" dirty="0"/>
          </a:p>
        </p:txBody>
      </p:sp>
      <p:sp>
        <p:nvSpPr>
          <p:cNvPr id="3" name="Content Placeholder 2"/>
          <p:cNvSpPr>
            <a:spLocks noGrp="1"/>
          </p:cNvSpPr>
          <p:nvPr>
            <p:ph idx="1"/>
          </p:nvPr>
        </p:nvSpPr>
        <p:spPr/>
        <p:txBody>
          <a:bodyPr/>
          <a:lstStyle/>
          <a:p>
            <a:pPr marL="0" indent="0" fontAlgn="base">
              <a:buNone/>
            </a:pPr>
            <a:endParaRPr lang="en-US" dirty="0"/>
          </a:p>
          <a:p>
            <a:pPr fontAlgn="base"/>
            <a:r>
              <a:rPr lang="en-US" dirty="0"/>
              <a:t>It can reduce total cost of software development.</a:t>
            </a:r>
          </a:p>
          <a:p>
            <a:pPr fontAlgn="base"/>
            <a:r>
              <a:rPr lang="en-US" dirty="0"/>
              <a:t>The risk factor is very low.</a:t>
            </a:r>
          </a:p>
          <a:p>
            <a:pPr fontAlgn="base"/>
            <a:r>
              <a:rPr lang="en-US" dirty="0"/>
              <a:t>It can save lots of time and effort.</a:t>
            </a:r>
          </a:p>
          <a:p>
            <a:pPr fontAlgn="base"/>
            <a:r>
              <a:rPr lang="en-US" dirty="0"/>
              <a:t>It is very efficient in nature.</a:t>
            </a:r>
          </a:p>
          <a:p>
            <a:endParaRPr lang="en-US" dirty="0"/>
          </a:p>
        </p:txBody>
      </p:sp>
    </p:spTree>
    <p:extLst>
      <p:ext uri="{BB962C8B-B14F-4D97-AF65-F5344CB8AC3E}">
        <p14:creationId xmlns:p14="http://schemas.microsoft.com/office/powerpoint/2010/main" val="34771764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a:t>
            </a:r>
            <a:endParaRPr lang="en-US" dirty="0"/>
          </a:p>
        </p:txBody>
      </p:sp>
      <p:sp>
        <p:nvSpPr>
          <p:cNvPr id="3" name="Content Placeholder 2"/>
          <p:cNvSpPr>
            <a:spLocks noGrp="1"/>
          </p:cNvSpPr>
          <p:nvPr>
            <p:ph idx="1"/>
          </p:nvPr>
        </p:nvSpPr>
        <p:spPr/>
        <p:txBody>
          <a:bodyPr>
            <a:normAutofit lnSpcReduction="10000"/>
          </a:bodyPr>
          <a:lstStyle/>
          <a:p>
            <a:pPr fontAlgn="base"/>
            <a:r>
              <a:rPr lang="en-US" dirty="0"/>
              <a:t>Reuse-oriented model is not always worked as a practice in its true form.</a:t>
            </a:r>
          </a:p>
          <a:p>
            <a:pPr fontAlgn="base"/>
            <a:r>
              <a:rPr lang="en-US" dirty="0"/>
              <a:t>Compromises in requirements may lead to a system that does not fulfill requirement of user.</a:t>
            </a:r>
          </a:p>
          <a:p>
            <a:pPr fontAlgn="base"/>
            <a:r>
              <a:rPr lang="en-US" dirty="0"/>
              <a:t>Sometimes using old system component, that is not compatible with new version of component, this may lead to an impact on system evolution.</a:t>
            </a:r>
          </a:p>
          <a:p>
            <a:endParaRPr lang="en-US" dirty="0"/>
          </a:p>
        </p:txBody>
      </p:sp>
    </p:spTree>
    <p:extLst>
      <p:ext uri="{BB962C8B-B14F-4D97-AF65-F5344CB8AC3E}">
        <p14:creationId xmlns:p14="http://schemas.microsoft.com/office/powerpoint/2010/main" val="41424477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Computer aided software engineering (CASE)</a:t>
            </a:r>
            <a:endParaRPr lang="en-US" dirty="0"/>
          </a:p>
        </p:txBody>
      </p:sp>
      <p:sp>
        <p:nvSpPr>
          <p:cNvPr id="3" name="Content Placeholder 2"/>
          <p:cNvSpPr>
            <a:spLocks noGrp="1"/>
          </p:cNvSpPr>
          <p:nvPr>
            <p:ph idx="1"/>
          </p:nvPr>
        </p:nvSpPr>
        <p:spPr/>
        <p:txBody>
          <a:bodyPr>
            <a:normAutofit fontScale="77500" lnSpcReduction="20000"/>
          </a:bodyPr>
          <a:lstStyle/>
          <a:p>
            <a:pPr algn="just" fontAlgn="base"/>
            <a:r>
              <a:rPr lang="en-US" b="1" dirty="0"/>
              <a:t>CASE </a:t>
            </a:r>
            <a:r>
              <a:rPr lang="en-US" dirty="0"/>
              <a:t>is the implementation of computer facilitated tools and methods in software development. </a:t>
            </a:r>
          </a:p>
          <a:p>
            <a:pPr algn="just" fontAlgn="base"/>
            <a:r>
              <a:rPr lang="en-US" dirty="0"/>
              <a:t>Ensure a high-quality and defect-free software.</a:t>
            </a:r>
          </a:p>
          <a:p>
            <a:pPr algn="just" fontAlgn="base"/>
            <a:r>
              <a:rPr lang="en-US" dirty="0"/>
              <a:t>Ensures a check-pointed and disciplined approach and helps designers, developers, testers, managers and others to see the project milestones during development. </a:t>
            </a:r>
          </a:p>
          <a:p>
            <a:pPr algn="just" fontAlgn="base"/>
            <a:r>
              <a:rPr lang="en-US" dirty="0"/>
              <a:t>CASE can also help as a warehouse for documents related to projects, like business plans, requirements and design specifications. </a:t>
            </a:r>
          </a:p>
          <a:p>
            <a:pPr algn="just" fontAlgn="base"/>
            <a:r>
              <a:rPr lang="en-US" dirty="0"/>
              <a:t>One of the major advantages of using CASE is the delivery of the final product, which is more likely to meet real-world requirements as it ensures that customers remain part of the process. </a:t>
            </a:r>
          </a:p>
          <a:p>
            <a:pPr algn="just"/>
            <a:endParaRPr lang="en-US" dirty="0"/>
          </a:p>
        </p:txBody>
      </p:sp>
    </p:spTree>
    <p:extLst>
      <p:ext uri="{BB962C8B-B14F-4D97-AF65-F5344CB8AC3E}">
        <p14:creationId xmlns:p14="http://schemas.microsoft.com/office/powerpoint/2010/main" val="23908281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Computer aided software engineering (CASE)</a:t>
            </a:r>
            <a:endParaRPr lang="en-US" dirty="0"/>
          </a:p>
        </p:txBody>
      </p:sp>
      <p:sp>
        <p:nvSpPr>
          <p:cNvPr id="3" name="Content Placeholder 2"/>
          <p:cNvSpPr>
            <a:spLocks noGrp="1"/>
          </p:cNvSpPr>
          <p:nvPr>
            <p:ph idx="1"/>
          </p:nvPr>
        </p:nvSpPr>
        <p:spPr/>
        <p:txBody>
          <a:bodyPr>
            <a:normAutofit lnSpcReduction="10000"/>
          </a:bodyPr>
          <a:lstStyle/>
          <a:p>
            <a:pPr algn="just"/>
            <a:r>
              <a:rPr lang="en-US" dirty="0"/>
              <a:t>CASE illustrates a wide set of labor-saving tools that are used in software development. </a:t>
            </a:r>
          </a:p>
          <a:p>
            <a:pPr algn="just"/>
            <a:r>
              <a:rPr lang="en-US" dirty="0"/>
              <a:t>It generates a framework for organizing projects and to be helpful in enhancing productivity. </a:t>
            </a:r>
          </a:p>
          <a:p>
            <a:pPr algn="just"/>
            <a:r>
              <a:rPr lang="en-US" dirty="0"/>
              <a:t>There was more interest in the concept of CASE tools years ago, but less so today, as the tools have morphed into different functions, often in reaction to software developer needs.</a:t>
            </a:r>
          </a:p>
          <a:p>
            <a:pPr algn="just"/>
            <a:endParaRPr lang="en-US" dirty="0"/>
          </a:p>
        </p:txBody>
      </p:sp>
    </p:spTree>
    <p:extLst>
      <p:ext uri="{BB962C8B-B14F-4D97-AF65-F5344CB8AC3E}">
        <p14:creationId xmlns:p14="http://schemas.microsoft.com/office/powerpoint/2010/main" val="22822625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CASE Tools</a:t>
            </a:r>
            <a:endParaRPr lang="en-US" dirty="0"/>
          </a:p>
        </p:txBody>
      </p:sp>
      <p:sp>
        <p:nvSpPr>
          <p:cNvPr id="3" name="Content Placeholder 2"/>
          <p:cNvSpPr>
            <a:spLocks noGrp="1"/>
          </p:cNvSpPr>
          <p:nvPr>
            <p:ph idx="1"/>
          </p:nvPr>
        </p:nvSpPr>
        <p:spPr/>
        <p:txBody>
          <a:bodyPr>
            <a:normAutofit fontScale="92500" lnSpcReduction="20000"/>
          </a:bodyPr>
          <a:lstStyle/>
          <a:p>
            <a:pPr algn="just" fontAlgn="base"/>
            <a:r>
              <a:rPr lang="en-US" dirty="0"/>
              <a:t>The essential idea of CASE tools is that in-built programs can help analyze developing systems to enhance quality and provide better outcomes.</a:t>
            </a:r>
          </a:p>
          <a:p>
            <a:pPr algn="just" fontAlgn="base"/>
            <a:r>
              <a:rPr lang="en-US" dirty="0"/>
              <a:t> Throughout 1990, CASE tools became part of the software lexicon, and big companies like IBM were using these kinds of tools to help create software. </a:t>
            </a:r>
          </a:p>
          <a:p>
            <a:pPr algn="just" fontAlgn="base"/>
            <a:r>
              <a:rPr lang="en-US" dirty="0"/>
              <a:t>Various tools are incorporated in CASE and are called CASE tools, which are used to support different stages and milestones in a software development life cycle. </a:t>
            </a:r>
          </a:p>
        </p:txBody>
      </p:sp>
    </p:spTree>
    <p:extLst>
      <p:ext uri="{BB962C8B-B14F-4D97-AF65-F5344CB8AC3E}">
        <p14:creationId xmlns:p14="http://schemas.microsoft.com/office/powerpoint/2010/main" val="41785147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CASE Tools</a:t>
            </a:r>
            <a:br>
              <a:rPr lang="en-US" dirty="0"/>
            </a:br>
            <a:endParaRPr lang="en-US" dirty="0"/>
          </a:p>
        </p:txBody>
      </p:sp>
      <p:sp>
        <p:nvSpPr>
          <p:cNvPr id="3" name="Content Placeholder 2"/>
          <p:cNvSpPr>
            <a:spLocks noGrp="1"/>
          </p:cNvSpPr>
          <p:nvPr>
            <p:ph idx="1"/>
          </p:nvPr>
        </p:nvSpPr>
        <p:spPr/>
        <p:txBody>
          <a:bodyPr>
            <a:normAutofit fontScale="92500"/>
          </a:bodyPr>
          <a:lstStyle/>
          <a:p>
            <a:pPr marL="385763" indent="-385763" algn="just" fontAlgn="base">
              <a:buFont typeface="+mj-lt"/>
              <a:buAutoNum type="arabicPeriod"/>
            </a:pPr>
            <a:r>
              <a:rPr lang="en-US" b="1" dirty="0"/>
              <a:t>Diagramming Tools:</a:t>
            </a:r>
            <a:r>
              <a:rPr lang="en-US" dirty="0"/>
              <a:t> </a:t>
            </a:r>
          </a:p>
          <a:p>
            <a:pPr algn="just" fontAlgn="base"/>
            <a:r>
              <a:rPr lang="en-US" dirty="0"/>
              <a:t>It helps in diagrammatic and graphical representations of the data and system processes.  </a:t>
            </a:r>
          </a:p>
          <a:p>
            <a:pPr algn="just" fontAlgn="base"/>
            <a:r>
              <a:rPr lang="en-US" dirty="0"/>
              <a:t>It represents system elements, control flow and data flow among different software components and system structure in a pictorial form. </a:t>
            </a:r>
            <a:br>
              <a:rPr lang="en-US" dirty="0"/>
            </a:br>
            <a:r>
              <a:rPr lang="en-US" dirty="0"/>
              <a:t>For example, Flow Chart Maker tool for making state-of-the-art flowcharts.  </a:t>
            </a:r>
          </a:p>
          <a:p>
            <a:pPr marL="0" indent="0" algn="just">
              <a:buNone/>
            </a:pPr>
            <a:endParaRPr lang="en-US" dirty="0"/>
          </a:p>
        </p:txBody>
      </p:sp>
    </p:spTree>
    <p:extLst>
      <p:ext uri="{BB962C8B-B14F-4D97-AF65-F5344CB8AC3E}">
        <p14:creationId xmlns:p14="http://schemas.microsoft.com/office/powerpoint/2010/main" val="28005104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CASE Tools</a:t>
            </a:r>
            <a:r>
              <a:rPr lang="en-US" dirty="0"/>
              <a:t>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marL="0" indent="0" fontAlgn="base">
              <a:buNone/>
            </a:pPr>
            <a:r>
              <a:rPr lang="en-US" b="1" dirty="0"/>
              <a:t>2. Computer Display and Report Generators:</a:t>
            </a:r>
            <a:r>
              <a:rPr lang="en-US" dirty="0"/>
              <a:t> </a:t>
            </a:r>
            <a:br>
              <a:rPr lang="en-US" dirty="0"/>
            </a:br>
            <a:r>
              <a:rPr lang="en-US" dirty="0"/>
              <a:t>It helps in understanding the data requirements and the relationships involved.  </a:t>
            </a:r>
          </a:p>
          <a:p>
            <a:pPr marL="0" indent="0" fontAlgn="base">
              <a:buNone/>
            </a:pPr>
            <a:r>
              <a:rPr lang="en-US" b="1" dirty="0"/>
              <a:t>3. Analysis Tools:</a:t>
            </a:r>
            <a:r>
              <a:rPr lang="en-US" dirty="0"/>
              <a:t> </a:t>
            </a:r>
            <a:br>
              <a:rPr lang="en-US" dirty="0"/>
            </a:br>
            <a:r>
              <a:rPr lang="en-US" dirty="0"/>
              <a:t>It focuses on inconsistent, incorrect specifications involved in the diagram and data flow. </a:t>
            </a:r>
          </a:p>
          <a:p>
            <a:pPr marL="0" indent="0" fontAlgn="base">
              <a:buNone/>
            </a:pPr>
            <a:r>
              <a:rPr lang="en-US" dirty="0"/>
              <a:t>It helps in collecting requirements, automatically check for any irregularity, imprecision in the diagrams, data redundancies or erroneous omissions. </a:t>
            </a:r>
            <a:br>
              <a:rPr lang="en-US" dirty="0"/>
            </a:br>
            <a:r>
              <a:rPr lang="en-US" dirty="0"/>
              <a:t>For example, </a:t>
            </a:r>
          </a:p>
          <a:p>
            <a:pPr marL="342900" lvl="1" indent="0" fontAlgn="base">
              <a:buNone/>
            </a:pPr>
            <a:r>
              <a:rPr lang="en-US" dirty="0"/>
              <a:t>(</a:t>
            </a:r>
            <a:r>
              <a:rPr lang="en-US" dirty="0" err="1"/>
              <a:t>i</a:t>
            </a:r>
            <a:r>
              <a:rPr lang="en-US" dirty="0"/>
              <a:t>) Accept 360, </a:t>
            </a:r>
            <a:r>
              <a:rPr lang="en-US" dirty="0" err="1"/>
              <a:t>Accompa</a:t>
            </a:r>
            <a:r>
              <a:rPr lang="en-US" dirty="0"/>
              <a:t>, </a:t>
            </a:r>
            <a:r>
              <a:rPr lang="en-US" dirty="0" err="1"/>
              <a:t>CaseComplete</a:t>
            </a:r>
            <a:r>
              <a:rPr lang="en-US" dirty="0"/>
              <a:t> for requirement analysis. </a:t>
            </a:r>
            <a:br>
              <a:rPr lang="en-US" dirty="0"/>
            </a:br>
            <a:r>
              <a:rPr lang="en-US" dirty="0"/>
              <a:t> </a:t>
            </a:r>
          </a:p>
          <a:p>
            <a:pPr marL="342900" lvl="1" indent="0" fontAlgn="base">
              <a:buNone/>
            </a:pPr>
            <a:r>
              <a:rPr lang="en-US" dirty="0"/>
              <a:t>ii) Visible Analyst for total analysis. </a:t>
            </a:r>
          </a:p>
          <a:p>
            <a:endParaRPr lang="en-US" dirty="0"/>
          </a:p>
        </p:txBody>
      </p:sp>
    </p:spTree>
    <p:extLst>
      <p:ext uri="{BB962C8B-B14F-4D97-AF65-F5344CB8AC3E}">
        <p14:creationId xmlns:p14="http://schemas.microsoft.com/office/powerpoint/2010/main" val="5879909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CASE Tools:</a:t>
            </a:r>
            <a:r>
              <a:rPr lang="en-US" dirty="0"/>
              <a:t>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marL="0" indent="0" fontAlgn="base">
              <a:buNone/>
            </a:pPr>
            <a:r>
              <a:rPr lang="en-US" b="1" dirty="0"/>
              <a:t>4. Central Repository:</a:t>
            </a:r>
            <a:r>
              <a:rPr lang="en-US" dirty="0"/>
              <a:t> </a:t>
            </a:r>
            <a:br>
              <a:rPr lang="en-US" dirty="0"/>
            </a:br>
            <a:r>
              <a:rPr lang="en-US" dirty="0"/>
              <a:t>It provides the single point of storage for data diagrams, reports and documents related to project management.  </a:t>
            </a:r>
          </a:p>
          <a:p>
            <a:pPr marL="0" indent="0" fontAlgn="base">
              <a:buNone/>
            </a:pPr>
            <a:r>
              <a:rPr lang="en-US" b="1" dirty="0"/>
              <a:t>5. Documentation Generators:</a:t>
            </a:r>
            <a:r>
              <a:rPr lang="en-US" dirty="0"/>
              <a:t> </a:t>
            </a:r>
            <a:br>
              <a:rPr lang="en-US" dirty="0"/>
            </a:br>
            <a:r>
              <a:rPr lang="en-US" dirty="0"/>
              <a:t>It helps in generating user and technical documentation as per standards. It creates documents for technical users and end users. </a:t>
            </a:r>
            <a:br>
              <a:rPr lang="en-US" dirty="0"/>
            </a:br>
            <a:r>
              <a:rPr lang="en-US" dirty="0"/>
              <a:t>For example, </a:t>
            </a:r>
            <a:r>
              <a:rPr lang="en-US" dirty="0" err="1"/>
              <a:t>Doxygen</a:t>
            </a:r>
            <a:r>
              <a:rPr lang="en-US" dirty="0"/>
              <a:t>, </a:t>
            </a:r>
            <a:r>
              <a:rPr lang="en-US" dirty="0" err="1"/>
              <a:t>DrExplain</a:t>
            </a:r>
            <a:r>
              <a:rPr lang="en-US" dirty="0"/>
              <a:t>, Adobe </a:t>
            </a:r>
            <a:r>
              <a:rPr lang="en-US" dirty="0" err="1"/>
              <a:t>RoboHelp</a:t>
            </a:r>
            <a:r>
              <a:rPr lang="en-US" dirty="0"/>
              <a:t> for documentation.  </a:t>
            </a:r>
          </a:p>
          <a:p>
            <a:pPr marL="0" indent="0" fontAlgn="base">
              <a:buNone/>
            </a:pPr>
            <a:r>
              <a:rPr lang="en-US" b="1" dirty="0"/>
              <a:t>6. Code Generators:</a:t>
            </a:r>
            <a:r>
              <a:rPr lang="en-US" dirty="0"/>
              <a:t> </a:t>
            </a:r>
            <a:br>
              <a:rPr lang="en-US" dirty="0"/>
            </a:br>
            <a:r>
              <a:rPr lang="en-US" dirty="0"/>
              <a:t>It aids in the auto generation of code, including definitions, with the help of the designs, documents and diagrams. </a:t>
            </a:r>
          </a:p>
          <a:p>
            <a:endParaRPr lang="en-US" dirty="0"/>
          </a:p>
        </p:txBody>
      </p:sp>
    </p:spTree>
    <p:extLst>
      <p:ext uri="{BB962C8B-B14F-4D97-AF65-F5344CB8AC3E}">
        <p14:creationId xmlns:p14="http://schemas.microsoft.com/office/powerpoint/2010/main" val="6317514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Advantages of the CASE </a:t>
            </a:r>
            <a:endParaRPr lang="en-US" dirty="0"/>
          </a:p>
        </p:txBody>
      </p:sp>
      <p:sp>
        <p:nvSpPr>
          <p:cNvPr id="3" name="Content Placeholder 2"/>
          <p:cNvSpPr>
            <a:spLocks noGrp="1"/>
          </p:cNvSpPr>
          <p:nvPr>
            <p:ph idx="1"/>
          </p:nvPr>
        </p:nvSpPr>
        <p:spPr/>
        <p:txBody>
          <a:bodyPr>
            <a:normAutofit fontScale="70000" lnSpcReduction="20000"/>
          </a:bodyPr>
          <a:lstStyle/>
          <a:p>
            <a:pPr algn="just" fontAlgn="base"/>
            <a:r>
              <a:rPr lang="en-US" dirty="0"/>
              <a:t>As special emphasis is placed on redesign as well as testing, the servicing cost of a product over its expected lifetime is considerably reduced. </a:t>
            </a:r>
            <a:br>
              <a:rPr lang="en-US" dirty="0"/>
            </a:br>
            <a:r>
              <a:rPr lang="en-US" dirty="0"/>
              <a:t> </a:t>
            </a:r>
          </a:p>
          <a:p>
            <a:pPr algn="just" fontAlgn="base"/>
            <a:r>
              <a:rPr lang="en-US" dirty="0"/>
              <a:t>The overall quality of the product is improved as an organized approach is undertaken during the process of development. </a:t>
            </a:r>
            <a:br>
              <a:rPr lang="en-US" dirty="0"/>
            </a:br>
            <a:r>
              <a:rPr lang="en-US" dirty="0"/>
              <a:t> </a:t>
            </a:r>
          </a:p>
          <a:p>
            <a:pPr algn="just" fontAlgn="base"/>
            <a:r>
              <a:rPr lang="en-US" dirty="0"/>
              <a:t>Chances to meet real-world requirements are more likely and easier with a computer-aided software engineering approach. </a:t>
            </a:r>
            <a:br>
              <a:rPr lang="en-US" dirty="0"/>
            </a:br>
            <a:r>
              <a:rPr lang="en-US" dirty="0"/>
              <a:t> </a:t>
            </a:r>
          </a:p>
          <a:p>
            <a:pPr algn="just" fontAlgn="base"/>
            <a:r>
              <a:rPr lang="en-US" dirty="0"/>
              <a:t>CASE indirectly provides an organization with a competitive advantage by helping ensure the development of high-quality products. </a:t>
            </a:r>
          </a:p>
          <a:p>
            <a:pPr algn="just"/>
            <a:endParaRPr lang="en-US" dirty="0"/>
          </a:p>
        </p:txBody>
      </p:sp>
    </p:spTree>
    <p:extLst>
      <p:ext uri="{BB962C8B-B14F-4D97-AF65-F5344CB8AC3E}">
        <p14:creationId xmlns:p14="http://schemas.microsoft.com/office/powerpoint/2010/main" val="25737779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Disadvantages of the CASE approach: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algn="just" fontAlgn="base"/>
            <a:r>
              <a:rPr lang="en-US" b="1" dirty="0"/>
              <a:t>Cost: </a:t>
            </a:r>
            <a:r>
              <a:rPr lang="en-US" dirty="0"/>
              <a:t>Using case tool is a very costly. Mostly firms engaged in software development on a small scale do not invest in CASE tools because they think that the benefit of CASE are justifiable only in the development of large systems.</a:t>
            </a:r>
          </a:p>
          <a:p>
            <a:pPr algn="just" fontAlgn="base"/>
            <a:r>
              <a:rPr lang="en-US" b="1" dirty="0"/>
              <a:t>Learning Curve:</a:t>
            </a:r>
            <a:r>
              <a:rPr lang="en-US" dirty="0"/>
              <a:t> In most cases, programmers productivity may fall in the initial phase of implementation , because user need time to learn the technology. Many consultants offer training and on-site services that can be important to accelerate the learning curve and to the development and use of the CASE tools.</a:t>
            </a:r>
          </a:p>
          <a:p>
            <a:pPr algn="just" fontAlgn="base"/>
            <a:r>
              <a:rPr lang="en-US" b="1" dirty="0"/>
              <a:t>Tool Mix:</a:t>
            </a:r>
            <a:r>
              <a:rPr lang="en-US" dirty="0"/>
              <a:t> It is important to build an appropriate selection tool mix to urge cost advantage CASE integration and data integration across all platforms is extremely important. </a:t>
            </a:r>
          </a:p>
          <a:p>
            <a:pPr algn="just"/>
            <a:endParaRPr lang="en-US" dirty="0"/>
          </a:p>
        </p:txBody>
      </p:sp>
    </p:spTree>
    <p:extLst>
      <p:ext uri="{BB962C8B-B14F-4D97-AF65-F5344CB8AC3E}">
        <p14:creationId xmlns:p14="http://schemas.microsoft.com/office/powerpoint/2010/main" val="2688010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1918</TotalTime>
  <Words>5007</Words>
  <Application>Microsoft Office PowerPoint</Application>
  <PresentationFormat>On-screen Show (4:3)</PresentationFormat>
  <Paragraphs>391</Paragraphs>
  <Slides>81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81</vt:i4>
      </vt:variant>
    </vt:vector>
  </HeadingPairs>
  <TitlesOfParts>
    <vt:vector size="85" baseType="lpstr">
      <vt:lpstr>Arial</vt:lpstr>
      <vt:lpstr>Calibri</vt:lpstr>
      <vt:lpstr>Wingdings</vt:lpstr>
      <vt:lpstr>Office Theme</vt:lpstr>
      <vt:lpstr>Chapter 2</vt:lpstr>
      <vt:lpstr>Program Development Methods</vt:lpstr>
      <vt:lpstr>Waterfall Model/Traditional Model </vt:lpstr>
      <vt:lpstr>Waterfall Model </vt:lpstr>
      <vt:lpstr>Sequential phases in Waterfall model    </vt:lpstr>
      <vt:lpstr>Sequential phases in Waterfall model    </vt:lpstr>
      <vt:lpstr>Sequential phases in Waterfall model    </vt:lpstr>
      <vt:lpstr>Sequential phases in Waterfall model   </vt:lpstr>
      <vt:lpstr>Applications</vt:lpstr>
      <vt:lpstr>Advantages</vt:lpstr>
      <vt:lpstr>Disadvantages</vt:lpstr>
      <vt:lpstr>Prototype or Transformation Model </vt:lpstr>
      <vt:lpstr>Prototype or Transformation Model</vt:lpstr>
      <vt:lpstr>Prototype or Transformation Model </vt:lpstr>
      <vt:lpstr>Prototype or Transformation Model </vt:lpstr>
      <vt:lpstr> Prototype or Transformation Model  </vt:lpstr>
      <vt:lpstr>Prototype or Transformation Model </vt:lpstr>
      <vt:lpstr>Prototype or Transformation Model  </vt:lpstr>
      <vt:lpstr>Prototype or Transformation Model  </vt:lpstr>
      <vt:lpstr>Prototype or Transformation Model  </vt:lpstr>
      <vt:lpstr>Advantages –</vt:lpstr>
      <vt:lpstr>Disadvantages –</vt:lpstr>
      <vt:lpstr>Spiral model</vt:lpstr>
      <vt:lpstr>Spiral Model</vt:lpstr>
      <vt:lpstr>Spiral Model</vt:lpstr>
      <vt:lpstr>Spiral Model</vt:lpstr>
      <vt:lpstr>Spiral Model</vt:lpstr>
      <vt:lpstr>Phases of spiral model</vt:lpstr>
      <vt:lpstr>Phases of spiral model</vt:lpstr>
      <vt:lpstr>Phases of spiral model</vt:lpstr>
      <vt:lpstr>Phases of spiral model</vt:lpstr>
      <vt:lpstr>Risk Handling in Spiral Model</vt:lpstr>
      <vt:lpstr>Risk Handling in Spiral Model</vt:lpstr>
      <vt:lpstr>Why Spiral Model is called Meta Model?</vt:lpstr>
      <vt:lpstr>Why Spiral Model is called Meta Model?</vt:lpstr>
      <vt:lpstr>Advantages of Spiral Model: </vt:lpstr>
      <vt:lpstr>Disadvantages of Spiral Model: </vt:lpstr>
      <vt:lpstr>Iterative Model</vt:lpstr>
      <vt:lpstr>Iterative Model</vt:lpstr>
      <vt:lpstr>Iterative Model</vt:lpstr>
      <vt:lpstr>Iterative Model</vt:lpstr>
      <vt:lpstr>Iterative Model</vt:lpstr>
      <vt:lpstr>Application </vt:lpstr>
      <vt:lpstr>Advantages</vt:lpstr>
      <vt:lpstr>Rapid Application Development(RAD Model)</vt:lpstr>
      <vt:lpstr>Rapid Application Development(RAD Model)</vt:lpstr>
      <vt:lpstr>RAD Model Phases</vt:lpstr>
      <vt:lpstr>RAD Model Phases</vt:lpstr>
      <vt:lpstr>RAD Model Phases</vt:lpstr>
      <vt:lpstr>RAD Model Phases</vt:lpstr>
      <vt:lpstr>RAD Model Phases</vt:lpstr>
      <vt:lpstr>RAD Model</vt:lpstr>
      <vt:lpstr>RAD Model Vs. Traditional SDLC </vt:lpstr>
      <vt:lpstr>RAD Model Vs. Traditional SDLC </vt:lpstr>
      <vt:lpstr>RAD Model - Application </vt:lpstr>
      <vt:lpstr>Advantages of the RAD Model</vt:lpstr>
      <vt:lpstr>Disadvantages of the RAD Model</vt:lpstr>
      <vt:lpstr>Rational Unified Process</vt:lpstr>
      <vt:lpstr>Phases of RUP </vt:lpstr>
      <vt:lpstr>Inception  </vt:lpstr>
      <vt:lpstr>Elaboration  </vt:lpstr>
      <vt:lpstr>Construction </vt:lpstr>
      <vt:lpstr>Transition </vt:lpstr>
      <vt:lpstr>Production  </vt:lpstr>
      <vt:lpstr>Advantages of Rational Unified Process (RUP) </vt:lpstr>
      <vt:lpstr>Disadvantages of Rational Unified Process (RUP)</vt:lpstr>
      <vt:lpstr>Evolutionary Model</vt:lpstr>
      <vt:lpstr>Application of Evolutionary Model</vt:lpstr>
      <vt:lpstr>Component Based software Engineering</vt:lpstr>
      <vt:lpstr>Basic Principle of Component-Based Software Engineering</vt:lpstr>
      <vt:lpstr>Reuse oriented model</vt:lpstr>
      <vt:lpstr>Advantages</vt:lpstr>
      <vt:lpstr>Disadvantages</vt:lpstr>
      <vt:lpstr>Computer aided software engineering (CASE)</vt:lpstr>
      <vt:lpstr>Computer aided software engineering (CASE)</vt:lpstr>
      <vt:lpstr>CASE Tools</vt:lpstr>
      <vt:lpstr>Types of CASE Tools </vt:lpstr>
      <vt:lpstr>Types of CASE Tools  </vt:lpstr>
      <vt:lpstr>Types of CASE Tools:  </vt:lpstr>
      <vt:lpstr>Advantages of the CASE </vt:lpstr>
      <vt:lpstr>Disadvantages of the CASE approach: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Birendra</dc:creator>
  <cp:lastModifiedBy>abita kunwar</cp:lastModifiedBy>
  <cp:revision>479</cp:revision>
  <dcterms:created xsi:type="dcterms:W3CDTF">2021-06-15T12:02:41Z</dcterms:created>
  <dcterms:modified xsi:type="dcterms:W3CDTF">2025-08-19T03:18:29Z</dcterms:modified>
</cp:coreProperties>
</file>