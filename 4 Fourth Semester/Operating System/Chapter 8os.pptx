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58" r:id="rId5"/>
    <p:sldId id="260" r:id="rId6"/>
    <p:sldId id="261" r:id="rId7"/>
    <p:sldId id="273" r:id="rId8"/>
    <p:sldId id="262" r:id="rId9"/>
    <p:sldId id="274" r:id="rId10"/>
    <p:sldId id="263" r:id="rId11"/>
    <p:sldId id="264" r:id="rId12"/>
    <p:sldId id="265" r:id="rId13"/>
    <p:sldId id="275" r:id="rId14"/>
    <p:sldId id="266" r:id="rId15"/>
    <p:sldId id="276" r:id="rId16"/>
    <p:sldId id="267" r:id="rId17"/>
    <p:sldId id="268" r:id="rId18"/>
    <p:sldId id="269" r:id="rId19"/>
    <p:sldId id="270" r:id="rId20"/>
    <p:sldId id="271" r:id="rId21"/>
    <p:sldId id="27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ableStyles" Target="tableStyle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057EF-AE04-D1BD-6635-0D5260717B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BE05AE-7A63-75F7-E03D-FE1565E959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084181-811A-B303-4F69-EC27F545C39A}"/>
              </a:ext>
            </a:extLst>
          </p:cNvPr>
          <p:cNvSpPr>
            <a:spLocks noGrp="1"/>
          </p:cNvSpPr>
          <p:nvPr>
            <p:ph type="dt" sz="half" idx="10"/>
          </p:nvPr>
        </p:nvSpPr>
        <p:spPr/>
        <p:txBody>
          <a:bodyPr/>
          <a:lstStyle/>
          <a:p>
            <a:fld id="{217D2DBE-0926-404B-AEEA-15D90A22AB10}" type="datetimeFigureOut">
              <a:rPr lang="en-US" smtClean="0"/>
              <a:t>11/18/2025</a:t>
            </a:fld>
            <a:endParaRPr lang="en-US"/>
          </a:p>
        </p:txBody>
      </p:sp>
      <p:sp>
        <p:nvSpPr>
          <p:cNvPr id="5" name="Footer Placeholder 4">
            <a:extLst>
              <a:ext uri="{FF2B5EF4-FFF2-40B4-BE49-F238E27FC236}">
                <a16:creationId xmlns:a16="http://schemas.microsoft.com/office/drawing/2014/main" id="{821CB5CC-7F8B-C47A-CDAC-F0A89ED4C2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CFDE30-56D9-36E4-DBA8-783A78F62085}"/>
              </a:ext>
            </a:extLst>
          </p:cNvPr>
          <p:cNvSpPr>
            <a:spLocks noGrp="1"/>
          </p:cNvSpPr>
          <p:nvPr>
            <p:ph type="sldNum" sz="quarter" idx="12"/>
          </p:nvPr>
        </p:nvSpPr>
        <p:spPr/>
        <p:txBody>
          <a:bodyPr/>
          <a:lstStyle/>
          <a:p>
            <a:fld id="{F1092559-82C5-41B2-A66B-EF672118FEB4}" type="slidenum">
              <a:rPr lang="en-US" smtClean="0"/>
              <a:t>‹#›</a:t>
            </a:fld>
            <a:endParaRPr lang="en-US"/>
          </a:p>
        </p:txBody>
      </p:sp>
    </p:spTree>
    <p:extLst>
      <p:ext uri="{BB962C8B-B14F-4D97-AF65-F5344CB8AC3E}">
        <p14:creationId xmlns:p14="http://schemas.microsoft.com/office/powerpoint/2010/main" val="4246803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B33BB-18B7-5D86-8E16-453F4D66F6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5A7BF7-3131-9778-8C2B-2EDC1A9D99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0839D5-CA88-6B8F-FD28-CB735EB45E57}"/>
              </a:ext>
            </a:extLst>
          </p:cNvPr>
          <p:cNvSpPr>
            <a:spLocks noGrp="1"/>
          </p:cNvSpPr>
          <p:nvPr>
            <p:ph type="dt" sz="half" idx="10"/>
          </p:nvPr>
        </p:nvSpPr>
        <p:spPr/>
        <p:txBody>
          <a:bodyPr/>
          <a:lstStyle/>
          <a:p>
            <a:fld id="{217D2DBE-0926-404B-AEEA-15D90A22AB10}" type="datetimeFigureOut">
              <a:rPr lang="en-US" smtClean="0"/>
              <a:t>11/18/2025</a:t>
            </a:fld>
            <a:endParaRPr lang="en-US"/>
          </a:p>
        </p:txBody>
      </p:sp>
      <p:sp>
        <p:nvSpPr>
          <p:cNvPr id="5" name="Footer Placeholder 4">
            <a:extLst>
              <a:ext uri="{FF2B5EF4-FFF2-40B4-BE49-F238E27FC236}">
                <a16:creationId xmlns:a16="http://schemas.microsoft.com/office/drawing/2014/main" id="{6C2DE863-19E1-C83E-99EC-8917E8365C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835C9B-4F5E-7E26-B5FF-8AA8474725BA}"/>
              </a:ext>
            </a:extLst>
          </p:cNvPr>
          <p:cNvSpPr>
            <a:spLocks noGrp="1"/>
          </p:cNvSpPr>
          <p:nvPr>
            <p:ph type="sldNum" sz="quarter" idx="12"/>
          </p:nvPr>
        </p:nvSpPr>
        <p:spPr/>
        <p:txBody>
          <a:bodyPr/>
          <a:lstStyle/>
          <a:p>
            <a:fld id="{F1092559-82C5-41B2-A66B-EF672118FEB4}" type="slidenum">
              <a:rPr lang="en-US" smtClean="0"/>
              <a:t>‹#›</a:t>
            </a:fld>
            <a:endParaRPr lang="en-US"/>
          </a:p>
        </p:txBody>
      </p:sp>
    </p:spTree>
    <p:extLst>
      <p:ext uri="{BB962C8B-B14F-4D97-AF65-F5344CB8AC3E}">
        <p14:creationId xmlns:p14="http://schemas.microsoft.com/office/powerpoint/2010/main" val="419416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EC20E-7AE1-AAB7-27A2-0E3936A33C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2A84F8-DF60-304A-886B-B9CF29A50F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BCC24E-9318-6F32-E880-3FF3CC6BD21A}"/>
              </a:ext>
            </a:extLst>
          </p:cNvPr>
          <p:cNvSpPr>
            <a:spLocks noGrp="1"/>
          </p:cNvSpPr>
          <p:nvPr>
            <p:ph type="dt" sz="half" idx="10"/>
          </p:nvPr>
        </p:nvSpPr>
        <p:spPr/>
        <p:txBody>
          <a:bodyPr/>
          <a:lstStyle/>
          <a:p>
            <a:fld id="{217D2DBE-0926-404B-AEEA-15D90A22AB10}" type="datetimeFigureOut">
              <a:rPr lang="en-US" smtClean="0"/>
              <a:t>11/18/2025</a:t>
            </a:fld>
            <a:endParaRPr lang="en-US"/>
          </a:p>
        </p:txBody>
      </p:sp>
      <p:sp>
        <p:nvSpPr>
          <p:cNvPr id="5" name="Footer Placeholder 4">
            <a:extLst>
              <a:ext uri="{FF2B5EF4-FFF2-40B4-BE49-F238E27FC236}">
                <a16:creationId xmlns:a16="http://schemas.microsoft.com/office/drawing/2014/main" id="{62C30311-DFE4-F15C-59FC-3F6CE5A267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00F1C-E8BD-A284-8C6E-41E1C065DCF4}"/>
              </a:ext>
            </a:extLst>
          </p:cNvPr>
          <p:cNvSpPr>
            <a:spLocks noGrp="1"/>
          </p:cNvSpPr>
          <p:nvPr>
            <p:ph type="sldNum" sz="quarter" idx="12"/>
          </p:nvPr>
        </p:nvSpPr>
        <p:spPr/>
        <p:txBody>
          <a:bodyPr/>
          <a:lstStyle/>
          <a:p>
            <a:fld id="{F1092559-82C5-41B2-A66B-EF672118FEB4}" type="slidenum">
              <a:rPr lang="en-US" smtClean="0"/>
              <a:t>‹#›</a:t>
            </a:fld>
            <a:endParaRPr lang="en-US"/>
          </a:p>
        </p:txBody>
      </p:sp>
    </p:spTree>
    <p:extLst>
      <p:ext uri="{BB962C8B-B14F-4D97-AF65-F5344CB8AC3E}">
        <p14:creationId xmlns:p14="http://schemas.microsoft.com/office/powerpoint/2010/main" val="101517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9C465-CE4E-6D62-66F8-87CF2BC1BE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7C080B-6E1E-0B8F-6614-6847740E38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A3C2DA-66D2-BA2F-7400-46BA253BF3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35F901-84C0-B318-E4E6-2C9B572CECC5}"/>
              </a:ext>
            </a:extLst>
          </p:cNvPr>
          <p:cNvSpPr>
            <a:spLocks noGrp="1"/>
          </p:cNvSpPr>
          <p:nvPr>
            <p:ph type="dt" sz="half" idx="10"/>
          </p:nvPr>
        </p:nvSpPr>
        <p:spPr/>
        <p:txBody>
          <a:bodyPr/>
          <a:lstStyle/>
          <a:p>
            <a:fld id="{217D2DBE-0926-404B-AEEA-15D90A22AB10}" type="datetimeFigureOut">
              <a:rPr lang="en-US" smtClean="0"/>
              <a:t>11/18/2025</a:t>
            </a:fld>
            <a:endParaRPr lang="en-US"/>
          </a:p>
        </p:txBody>
      </p:sp>
      <p:sp>
        <p:nvSpPr>
          <p:cNvPr id="6" name="Footer Placeholder 5">
            <a:extLst>
              <a:ext uri="{FF2B5EF4-FFF2-40B4-BE49-F238E27FC236}">
                <a16:creationId xmlns:a16="http://schemas.microsoft.com/office/drawing/2014/main" id="{AD286179-B332-F74F-6D4B-7FD3B0211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CE7DD5-F880-8CAE-D30A-1C3502F53FEE}"/>
              </a:ext>
            </a:extLst>
          </p:cNvPr>
          <p:cNvSpPr>
            <a:spLocks noGrp="1"/>
          </p:cNvSpPr>
          <p:nvPr>
            <p:ph type="sldNum" sz="quarter" idx="12"/>
          </p:nvPr>
        </p:nvSpPr>
        <p:spPr/>
        <p:txBody>
          <a:bodyPr/>
          <a:lstStyle/>
          <a:p>
            <a:fld id="{F1092559-82C5-41B2-A66B-EF672118FEB4}" type="slidenum">
              <a:rPr lang="en-US" smtClean="0"/>
              <a:t>‹#›</a:t>
            </a:fld>
            <a:endParaRPr lang="en-US"/>
          </a:p>
        </p:txBody>
      </p:sp>
    </p:spTree>
    <p:extLst>
      <p:ext uri="{BB962C8B-B14F-4D97-AF65-F5344CB8AC3E}">
        <p14:creationId xmlns:p14="http://schemas.microsoft.com/office/powerpoint/2010/main" val="1277191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E9252-C0FB-1623-4C9F-707297ACFD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065946B-5CFA-A2A1-DF19-4528B124C2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A32052-D18C-C9F3-D61B-2E89F69D72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F6AA16-BE54-AD2D-54CE-5B60B52408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EA0174-82AE-FE32-4275-1020D00B09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86C1EF4-E2B7-C6CE-0933-B7BAFEDEA691}"/>
              </a:ext>
            </a:extLst>
          </p:cNvPr>
          <p:cNvSpPr>
            <a:spLocks noGrp="1"/>
          </p:cNvSpPr>
          <p:nvPr>
            <p:ph type="dt" sz="half" idx="10"/>
          </p:nvPr>
        </p:nvSpPr>
        <p:spPr/>
        <p:txBody>
          <a:bodyPr/>
          <a:lstStyle/>
          <a:p>
            <a:fld id="{217D2DBE-0926-404B-AEEA-15D90A22AB10}" type="datetimeFigureOut">
              <a:rPr lang="en-US" smtClean="0"/>
              <a:t>11/18/2025</a:t>
            </a:fld>
            <a:endParaRPr lang="en-US"/>
          </a:p>
        </p:txBody>
      </p:sp>
      <p:sp>
        <p:nvSpPr>
          <p:cNvPr id="8" name="Footer Placeholder 7">
            <a:extLst>
              <a:ext uri="{FF2B5EF4-FFF2-40B4-BE49-F238E27FC236}">
                <a16:creationId xmlns:a16="http://schemas.microsoft.com/office/drawing/2014/main" id="{2DC5F075-CE03-DD14-6EF8-BF0219F92E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1840B56-2D24-D881-DEFA-2EB0F0473547}"/>
              </a:ext>
            </a:extLst>
          </p:cNvPr>
          <p:cNvSpPr>
            <a:spLocks noGrp="1"/>
          </p:cNvSpPr>
          <p:nvPr>
            <p:ph type="sldNum" sz="quarter" idx="12"/>
          </p:nvPr>
        </p:nvSpPr>
        <p:spPr/>
        <p:txBody>
          <a:bodyPr/>
          <a:lstStyle/>
          <a:p>
            <a:fld id="{F1092559-82C5-41B2-A66B-EF672118FEB4}" type="slidenum">
              <a:rPr lang="en-US" smtClean="0"/>
              <a:t>‹#›</a:t>
            </a:fld>
            <a:endParaRPr lang="en-US"/>
          </a:p>
        </p:txBody>
      </p:sp>
    </p:spTree>
    <p:extLst>
      <p:ext uri="{BB962C8B-B14F-4D97-AF65-F5344CB8AC3E}">
        <p14:creationId xmlns:p14="http://schemas.microsoft.com/office/powerpoint/2010/main" val="2291113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F3B5-60D7-95DD-88C1-2BE061D0CD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A5C3F2-90DE-F605-FA33-A7FCED49BE32}"/>
              </a:ext>
            </a:extLst>
          </p:cNvPr>
          <p:cNvSpPr>
            <a:spLocks noGrp="1"/>
          </p:cNvSpPr>
          <p:nvPr>
            <p:ph type="dt" sz="half" idx="10"/>
          </p:nvPr>
        </p:nvSpPr>
        <p:spPr/>
        <p:txBody>
          <a:bodyPr/>
          <a:lstStyle/>
          <a:p>
            <a:fld id="{217D2DBE-0926-404B-AEEA-15D90A22AB10}" type="datetimeFigureOut">
              <a:rPr lang="en-US" smtClean="0"/>
              <a:t>11/18/2025</a:t>
            </a:fld>
            <a:endParaRPr lang="en-US"/>
          </a:p>
        </p:txBody>
      </p:sp>
      <p:sp>
        <p:nvSpPr>
          <p:cNvPr id="4" name="Footer Placeholder 3">
            <a:extLst>
              <a:ext uri="{FF2B5EF4-FFF2-40B4-BE49-F238E27FC236}">
                <a16:creationId xmlns:a16="http://schemas.microsoft.com/office/drawing/2014/main" id="{7F102E72-25EF-414E-2B03-4A70307FFC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0A341B-3CE2-F0EA-32B7-765389DF3B8A}"/>
              </a:ext>
            </a:extLst>
          </p:cNvPr>
          <p:cNvSpPr>
            <a:spLocks noGrp="1"/>
          </p:cNvSpPr>
          <p:nvPr>
            <p:ph type="sldNum" sz="quarter" idx="12"/>
          </p:nvPr>
        </p:nvSpPr>
        <p:spPr/>
        <p:txBody>
          <a:bodyPr/>
          <a:lstStyle/>
          <a:p>
            <a:fld id="{F1092559-82C5-41B2-A66B-EF672118FEB4}" type="slidenum">
              <a:rPr lang="en-US" smtClean="0"/>
              <a:t>‹#›</a:t>
            </a:fld>
            <a:endParaRPr lang="en-US"/>
          </a:p>
        </p:txBody>
      </p:sp>
    </p:spTree>
    <p:extLst>
      <p:ext uri="{BB962C8B-B14F-4D97-AF65-F5344CB8AC3E}">
        <p14:creationId xmlns:p14="http://schemas.microsoft.com/office/powerpoint/2010/main" val="749899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E41263-14D3-A777-E9DE-977EFFDD02C9}"/>
              </a:ext>
            </a:extLst>
          </p:cNvPr>
          <p:cNvSpPr>
            <a:spLocks noGrp="1"/>
          </p:cNvSpPr>
          <p:nvPr>
            <p:ph type="dt" sz="half" idx="10"/>
          </p:nvPr>
        </p:nvSpPr>
        <p:spPr/>
        <p:txBody>
          <a:bodyPr/>
          <a:lstStyle/>
          <a:p>
            <a:fld id="{217D2DBE-0926-404B-AEEA-15D90A22AB10}" type="datetimeFigureOut">
              <a:rPr lang="en-US" smtClean="0"/>
              <a:t>11/18/2025</a:t>
            </a:fld>
            <a:endParaRPr lang="en-US"/>
          </a:p>
        </p:txBody>
      </p:sp>
      <p:sp>
        <p:nvSpPr>
          <p:cNvPr id="3" name="Footer Placeholder 2">
            <a:extLst>
              <a:ext uri="{FF2B5EF4-FFF2-40B4-BE49-F238E27FC236}">
                <a16:creationId xmlns:a16="http://schemas.microsoft.com/office/drawing/2014/main" id="{2E110908-B096-41B0-A340-B16B431B5B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A913CD-CE23-92A7-5CA2-7E77D5E759FB}"/>
              </a:ext>
            </a:extLst>
          </p:cNvPr>
          <p:cNvSpPr>
            <a:spLocks noGrp="1"/>
          </p:cNvSpPr>
          <p:nvPr>
            <p:ph type="sldNum" sz="quarter" idx="12"/>
          </p:nvPr>
        </p:nvSpPr>
        <p:spPr/>
        <p:txBody>
          <a:bodyPr/>
          <a:lstStyle/>
          <a:p>
            <a:fld id="{F1092559-82C5-41B2-A66B-EF672118FEB4}" type="slidenum">
              <a:rPr lang="en-US" smtClean="0"/>
              <a:t>‹#›</a:t>
            </a:fld>
            <a:endParaRPr lang="en-US"/>
          </a:p>
        </p:txBody>
      </p:sp>
    </p:spTree>
    <p:extLst>
      <p:ext uri="{BB962C8B-B14F-4D97-AF65-F5344CB8AC3E}">
        <p14:creationId xmlns:p14="http://schemas.microsoft.com/office/powerpoint/2010/main" val="298434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5467A-CFE7-353F-CFE6-0730470779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767F56-114B-DA91-3DD7-B99760BB7D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0993CB-E1BF-7C23-C048-BEDE01D24C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700469-F486-F697-BA17-034245C5630A}"/>
              </a:ext>
            </a:extLst>
          </p:cNvPr>
          <p:cNvSpPr>
            <a:spLocks noGrp="1"/>
          </p:cNvSpPr>
          <p:nvPr>
            <p:ph type="dt" sz="half" idx="10"/>
          </p:nvPr>
        </p:nvSpPr>
        <p:spPr/>
        <p:txBody>
          <a:bodyPr/>
          <a:lstStyle/>
          <a:p>
            <a:fld id="{217D2DBE-0926-404B-AEEA-15D90A22AB10}" type="datetimeFigureOut">
              <a:rPr lang="en-US" smtClean="0"/>
              <a:t>11/18/2025</a:t>
            </a:fld>
            <a:endParaRPr lang="en-US"/>
          </a:p>
        </p:txBody>
      </p:sp>
      <p:sp>
        <p:nvSpPr>
          <p:cNvPr id="6" name="Footer Placeholder 5">
            <a:extLst>
              <a:ext uri="{FF2B5EF4-FFF2-40B4-BE49-F238E27FC236}">
                <a16:creationId xmlns:a16="http://schemas.microsoft.com/office/drawing/2014/main" id="{3D7AB431-CB25-2F7D-7125-18E591964F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FC7317-A225-8120-0F7E-897E38C27A31}"/>
              </a:ext>
            </a:extLst>
          </p:cNvPr>
          <p:cNvSpPr>
            <a:spLocks noGrp="1"/>
          </p:cNvSpPr>
          <p:nvPr>
            <p:ph type="sldNum" sz="quarter" idx="12"/>
          </p:nvPr>
        </p:nvSpPr>
        <p:spPr/>
        <p:txBody>
          <a:bodyPr/>
          <a:lstStyle/>
          <a:p>
            <a:fld id="{F1092559-82C5-41B2-A66B-EF672118FEB4}" type="slidenum">
              <a:rPr lang="en-US" smtClean="0"/>
              <a:t>‹#›</a:t>
            </a:fld>
            <a:endParaRPr lang="en-US"/>
          </a:p>
        </p:txBody>
      </p:sp>
    </p:spTree>
    <p:extLst>
      <p:ext uri="{BB962C8B-B14F-4D97-AF65-F5344CB8AC3E}">
        <p14:creationId xmlns:p14="http://schemas.microsoft.com/office/powerpoint/2010/main" val="577575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76B7C-6035-47C7-57E8-B71107066A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AEC616-2E11-03B6-4CD0-D45C82C59C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F8B8DA-C29B-FED7-7FAA-CFFF9CDCB6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44F686-1948-26FB-102D-93766480F6D1}"/>
              </a:ext>
            </a:extLst>
          </p:cNvPr>
          <p:cNvSpPr>
            <a:spLocks noGrp="1"/>
          </p:cNvSpPr>
          <p:nvPr>
            <p:ph type="dt" sz="half" idx="10"/>
          </p:nvPr>
        </p:nvSpPr>
        <p:spPr/>
        <p:txBody>
          <a:bodyPr/>
          <a:lstStyle/>
          <a:p>
            <a:fld id="{217D2DBE-0926-404B-AEEA-15D90A22AB10}" type="datetimeFigureOut">
              <a:rPr lang="en-US" smtClean="0"/>
              <a:t>11/18/2025</a:t>
            </a:fld>
            <a:endParaRPr lang="en-US"/>
          </a:p>
        </p:txBody>
      </p:sp>
      <p:sp>
        <p:nvSpPr>
          <p:cNvPr id="6" name="Footer Placeholder 5">
            <a:extLst>
              <a:ext uri="{FF2B5EF4-FFF2-40B4-BE49-F238E27FC236}">
                <a16:creationId xmlns:a16="http://schemas.microsoft.com/office/drawing/2014/main" id="{71EFFDD8-ABE3-C706-CF6A-1A401D6B08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A0DC06-CA22-7C80-FA6F-7C75E4B58287}"/>
              </a:ext>
            </a:extLst>
          </p:cNvPr>
          <p:cNvSpPr>
            <a:spLocks noGrp="1"/>
          </p:cNvSpPr>
          <p:nvPr>
            <p:ph type="sldNum" sz="quarter" idx="12"/>
          </p:nvPr>
        </p:nvSpPr>
        <p:spPr/>
        <p:txBody>
          <a:bodyPr/>
          <a:lstStyle/>
          <a:p>
            <a:fld id="{F1092559-82C5-41B2-A66B-EF672118FEB4}" type="slidenum">
              <a:rPr lang="en-US" smtClean="0"/>
              <a:t>‹#›</a:t>
            </a:fld>
            <a:endParaRPr lang="en-US"/>
          </a:p>
        </p:txBody>
      </p:sp>
    </p:spTree>
    <p:extLst>
      <p:ext uri="{BB962C8B-B14F-4D97-AF65-F5344CB8AC3E}">
        <p14:creationId xmlns:p14="http://schemas.microsoft.com/office/powerpoint/2010/main" val="593551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50432-5968-737E-C5CE-5F4578DF9AC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8FA9FA-F6BA-AB72-2FEF-7372A1B79D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A73DE0-C7D0-83BD-A275-6C29CEF39EE1}"/>
              </a:ext>
            </a:extLst>
          </p:cNvPr>
          <p:cNvSpPr>
            <a:spLocks noGrp="1"/>
          </p:cNvSpPr>
          <p:nvPr>
            <p:ph type="dt" sz="half" idx="10"/>
          </p:nvPr>
        </p:nvSpPr>
        <p:spPr/>
        <p:txBody>
          <a:bodyPr/>
          <a:lstStyle/>
          <a:p>
            <a:fld id="{217D2DBE-0926-404B-AEEA-15D90A22AB10}" type="datetimeFigureOut">
              <a:rPr lang="en-US" smtClean="0"/>
              <a:t>11/18/2025</a:t>
            </a:fld>
            <a:endParaRPr lang="en-US"/>
          </a:p>
        </p:txBody>
      </p:sp>
      <p:sp>
        <p:nvSpPr>
          <p:cNvPr id="5" name="Footer Placeholder 4">
            <a:extLst>
              <a:ext uri="{FF2B5EF4-FFF2-40B4-BE49-F238E27FC236}">
                <a16:creationId xmlns:a16="http://schemas.microsoft.com/office/drawing/2014/main" id="{77408F89-8D0D-5B9B-9B84-E261D09E9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A7184D-8E02-C4BD-AD7D-30F196539EEC}"/>
              </a:ext>
            </a:extLst>
          </p:cNvPr>
          <p:cNvSpPr>
            <a:spLocks noGrp="1"/>
          </p:cNvSpPr>
          <p:nvPr>
            <p:ph type="sldNum" sz="quarter" idx="12"/>
          </p:nvPr>
        </p:nvSpPr>
        <p:spPr/>
        <p:txBody>
          <a:bodyPr/>
          <a:lstStyle/>
          <a:p>
            <a:fld id="{F1092559-82C5-41B2-A66B-EF672118FEB4}" type="slidenum">
              <a:rPr lang="en-US" smtClean="0"/>
              <a:t>‹#›</a:t>
            </a:fld>
            <a:endParaRPr lang="en-US"/>
          </a:p>
        </p:txBody>
      </p:sp>
    </p:spTree>
    <p:extLst>
      <p:ext uri="{BB962C8B-B14F-4D97-AF65-F5344CB8AC3E}">
        <p14:creationId xmlns:p14="http://schemas.microsoft.com/office/powerpoint/2010/main" val="2684436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C75D9E-CE07-9195-20B2-4E8DF4EFEEA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6C8A55-B615-E48D-E726-2DC2BA4C03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D0BD5-646A-FFF3-16CA-F9E56BD23570}"/>
              </a:ext>
            </a:extLst>
          </p:cNvPr>
          <p:cNvSpPr>
            <a:spLocks noGrp="1"/>
          </p:cNvSpPr>
          <p:nvPr>
            <p:ph type="dt" sz="half" idx="10"/>
          </p:nvPr>
        </p:nvSpPr>
        <p:spPr/>
        <p:txBody>
          <a:bodyPr/>
          <a:lstStyle/>
          <a:p>
            <a:fld id="{217D2DBE-0926-404B-AEEA-15D90A22AB10}" type="datetimeFigureOut">
              <a:rPr lang="en-US" smtClean="0"/>
              <a:t>11/18/2025</a:t>
            </a:fld>
            <a:endParaRPr lang="en-US"/>
          </a:p>
        </p:txBody>
      </p:sp>
      <p:sp>
        <p:nvSpPr>
          <p:cNvPr id="5" name="Footer Placeholder 4">
            <a:extLst>
              <a:ext uri="{FF2B5EF4-FFF2-40B4-BE49-F238E27FC236}">
                <a16:creationId xmlns:a16="http://schemas.microsoft.com/office/drawing/2014/main" id="{9A7428CC-DA4E-2905-C41F-9E0662939D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49FCB9-D1EC-9355-27FC-5AF971E72A09}"/>
              </a:ext>
            </a:extLst>
          </p:cNvPr>
          <p:cNvSpPr>
            <a:spLocks noGrp="1"/>
          </p:cNvSpPr>
          <p:nvPr>
            <p:ph type="sldNum" sz="quarter" idx="12"/>
          </p:nvPr>
        </p:nvSpPr>
        <p:spPr/>
        <p:txBody>
          <a:bodyPr/>
          <a:lstStyle/>
          <a:p>
            <a:fld id="{F1092559-82C5-41B2-A66B-EF672118FEB4}" type="slidenum">
              <a:rPr lang="en-US" smtClean="0"/>
              <a:t>‹#›</a:t>
            </a:fld>
            <a:endParaRPr lang="en-US"/>
          </a:p>
        </p:txBody>
      </p:sp>
    </p:spTree>
    <p:extLst>
      <p:ext uri="{BB962C8B-B14F-4D97-AF65-F5344CB8AC3E}">
        <p14:creationId xmlns:p14="http://schemas.microsoft.com/office/powerpoint/2010/main" val="3399195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A5E049-A0D7-3DEF-0403-E5B1C0D873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2450D3-EF94-0BDC-B20A-10BA8F7BA1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7B7653-4766-6DEC-0E1A-322F6E7002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7D2DBE-0926-404B-AEEA-15D90A22AB10}" type="datetimeFigureOut">
              <a:rPr lang="en-US" smtClean="0"/>
              <a:t>11/18/2025</a:t>
            </a:fld>
            <a:endParaRPr lang="en-US"/>
          </a:p>
        </p:txBody>
      </p:sp>
      <p:sp>
        <p:nvSpPr>
          <p:cNvPr id="5" name="Footer Placeholder 4">
            <a:extLst>
              <a:ext uri="{FF2B5EF4-FFF2-40B4-BE49-F238E27FC236}">
                <a16:creationId xmlns:a16="http://schemas.microsoft.com/office/drawing/2014/main" id="{49B52C53-08DE-F268-A62B-C00D565386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E6A60B7-1484-AD0B-F979-AAF3AF23FD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092559-82C5-41B2-A66B-EF672118FEB4}" type="slidenum">
              <a:rPr lang="en-US" smtClean="0"/>
              <a:t>‹#›</a:t>
            </a:fld>
            <a:endParaRPr lang="en-US"/>
          </a:p>
        </p:txBody>
      </p:sp>
    </p:spTree>
    <p:extLst>
      <p:ext uri="{BB962C8B-B14F-4D97-AF65-F5344CB8AC3E}">
        <p14:creationId xmlns:p14="http://schemas.microsoft.com/office/powerpoint/2010/main" val="5099516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8B335-5506-5AFD-5203-8B58702D1EE8}"/>
              </a:ext>
            </a:extLst>
          </p:cNvPr>
          <p:cNvSpPr>
            <a:spLocks noGrp="1"/>
          </p:cNvSpPr>
          <p:nvPr>
            <p:ph type="ctrTitle"/>
          </p:nvPr>
        </p:nvSpPr>
        <p:spPr/>
        <p:txBody>
          <a:bodyPr/>
          <a:lstStyle/>
          <a:p>
            <a:r>
              <a:rPr lang="en-US" b="1" dirty="0"/>
              <a:t>Chapter 8</a:t>
            </a:r>
          </a:p>
        </p:txBody>
      </p:sp>
      <p:sp>
        <p:nvSpPr>
          <p:cNvPr id="3" name="Subtitle 2">
            <a:extLst>
              <a:ext uri="{FF2B5EF4-FFF2-40B4-BE49-F238E27FC236}">
                <a16:creationId xmlns:a16="http://schemas.microsoft.com/office/drawing/2014/main" id="{047925F9-050D-7EB7-C54C-B14B8A15EBC5}"/>
              </a:ext>
            </a:extLst>
          </p:cNvPr>
          <p:cNvSpPr>
            <a:spLocks noGrp="1"/>
          </p:cNvSpPr>
          <p:nvPr>
            <p:ph type="subTitle" idx="1"/>
          </p:nvPr>
        </p:nvSpPr>
        <p:spPr/>
        <p:txBody>
          <a:bodyPr>
            <a:normAutofit/>
          </a:bodyPr>
          <a:lstStyle/>
          <a:p>
            <a:r>
              <a:rPr lang="en-US" sz="4800" b="1" spc="-345" dirty="0">
                <a:latin typeface="Verdana"/>
                <a:cs typeface="Verdana"/>
              </a:rPr>
              <a:t>S</a:t>
            </a:r>
            <a:r>
              <a:rPr lang="en-US" sz="4800" b="1" spc="-125" dirty="0">
                <a:latin typeface="Verdana"/>
                <a:cs typeface="Verdana"/>
              </a:rPr>
              <a:t>e</a:t>
            </a:r>
            <a:r>
              <a:rPr lang="en-US" sz="4800" b="1" spc="-20" dirty="0">
                <a:latin typeface="Verdana"/>
                <a:cs typeface="Verdana"/>
              </a:rPr>
              <a:t>c</a:t>
            </a:r>
            <a:r>
              <a:rPr lang="en-US" sz="4800" b="1" spc="-180" dirty="0">
                <a:latin typeface="Verdana"/>
                <a:cs typeface="Verdana"/>
              </a:rPr>
              <a:t>u</a:t>
            </a:r>
            <a:r>
              <a:rPr lang="en-US" sz="4800" b="1" spc="-155" dirty="0">
                <a:latin typeface="Verdana"/>
                <a:cs typeface="Verdana"/>
              </a:rPr>
              <a:t>r</a:t>
            </a:r>
            <a:r>
              <a:rPr lang="en-US" sz="4800" b="1" spc="-180" dirty="0">
                <a:latin typeface="Verdana"/>
                <a:cs typeface="Verdana"/>
              </a:rPr>
              <a:t>i</a:t>
            </a:r>
            <a:r>
              <a:rPr lang="en-US" sz="4800" b="1" spc="-204" dirty="0">
                <a:latin typeface="Verdana"/>
                <a:cs typeface="Verdana"/>
              </a:rPr>
              <a:t>t</a:t>
            </a:r>
            <a:r>
              <a:rPr lang="en-US" sz="4800" b="1" spc="-75" dirty="0">
                <a:latin typeface="Verdana"/>
                <a:cs typeface="Verdana"/>
              </a:rPr>
              <a:t>y</a:t>
            </a:r>
            <a:r>
              <a:rPr lang="en-US" sz="4800" b="1" spc="-210" dirty="0">
                <a:latin typeface="Verdana"/>
                <a:cs typeface="Verdana"/>
              </a:rPr>
              <a:t> </a:t>
            </a:r>
            <a:r>
              <a:rPr lang="en-US" sz="4800" b="1" spc="-35" dirty="0">
                <a:latin typeface="Verdana"/>
                <a:cs typeface="Verdana"/>
              </a:rPr>
              <a:t>M</a:t>
            </a:r>
            <a:r>
              <a:rPr lang="en-US" sz="4800" b="1" spc="-15" dirty="0">
                <a:latin typeface="Verdana"/>
                <a:cs typeface="Verdana"/>
              </a:rPr>
              <a:t>a</a:t>
            </a:r>
            <a:r>
              <a:rPr lang="en-US" sz="4800" b="1" spc="-165" dirty="0">
                <a:latin typeface="Verdana"/>
                <a:cs typeface="Verdana"/>
              </a:rPr>
              <a:t>n</a:t>
            </a:r>
            <a:r>
              <a:rPr lang="en-US" sz="4800" b="1" spc="-15" dirty="0">
                <a:latin typeface="Verdana"/>
                <a:cs typeface="Verdana"/>
              </a:rPr>
              <a:t>a</a:t>
            </a:r>
            <a:r>
              <a:rPr lang="en-US" sz="4800" b="1" spc="-20" dirty="0">
                <a:latin typeface="Verdana"/>
                <a:cs typeface="Verdana"/>
              </a:rPr>
              <a:t>g</a:t>
            </a:r>
            <a:r>
              <a:rPr lang="en-US" sz="4800" b="1" spc="-125" dirty="0">
                <a:latin typeface="Verdana"/>
                <a:cs typeface="Verdana"/>
              </a:rPr>
              <a:t>e</a:t>
            </a:r>
            <a:r>
              <a:rPr lang="en-US" sz="4800" b="1" spc="-165" dirty="0">
                <a:latin typeface="Verdana"/>
                <a:cs typeface="Verdana"/>
              </a:rPr>
              <a:t>m</a:t>
            </a:r>
            <a:r>
              <a:rPr lang="en-US" sz="4800" b="1" spc="-125" dirty="0">
                <a:latin typeface="Verdana"/>
                <a:cs typeface="Verdana"/>
              </a:rPr>
              <a:t>e</a:t>
            </a:r>
            <a:r>
              <a:rPr lang="en-US" sz="4800" b="1" spc="-165" dirty="0">
                <a:latin typeface="Verdana"/>
                <a:cs typeface="Verdana"/>
              </a:rPr>
              <a:t>n</a:t>
            </a:r>
            <a:r>
              <a:rPr lang="en-US" sz="4800" b="1" spc="-204" dirty="0">
                <a:latin typeface="Verdana"/>
                <a:cs typeface="Verdana"/>
              </a:rPr>
              <a:t>t</a:t>
            </a:r>
            <a:br>
              <a:rPr lang="en-US" sz="4800" b="1" dirty="0">
                <a:latin typeface="Verdana"/>
                <a:cs typeface="Verdana"/>
              </a:rPr>
            </a:br>
            <a:endParaRPr lang="en-US" sz="4800" b="1" dirty="0"/>
          </a:p>
        </p:txBody>
      </p:sp>
    </p:spTree>
    <p:extLst>
      <p:ext uri="{BB962C8B-B14F-4D97-AF65-F5344CB8AC3E}">
        <p14:creationId xmlns:p14="http://schemas.microsoft.com/office/powerpoint/2010/main" val="231484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7B6C4-46F9-9F95-7E33-60ACD6191F4E}"/>
              </a:ext>
            </a:extLst>
          </p:cNvPr>
          <p:cNvSpPr>
            <a:spLocks noGrp="1"/>
          </p:cNvSpPr>
          <p:nvPr>
            <p:ph type="title"/>
          </p:nvPr>
        </p:nvSpPr>
        <p:spPr/>
        <p:txBody>
          <a:bodyPr/>
          <a:lstStyle/>
          <a:p>
            <a:r>
              <a:rPr lang="en-US" b="1" dirty="0"/>
              <a:t>Introduction</a:t>
            </a:r>
          </a:p>
        </p:txBody>
      </p:sp>
      <p:sp>
        <p:nvSpPr>
          <p:cNvPr id="3" name="Content Placeholder 2">
            <a:extLst>
              <a:ext uri="{FF2B5EF4-FFF2-40B4-BE49-F238E27FC236}">
                <a16:creationId xmlns:a16="http://schemas.microsoft.com/office/drawing/2014/main" id="{DAF1F844-8B35-2974-C573-10EDF768A9E4}"/>
              </a:ext>
            </a:extLst>
          </p:cNvPr>
          <p:cNvSpPr>
            <a:spLocks noGrp="1"/>
          </p:cNvSpPr>
          <p:nvPr>
            <p:ph idx="1"/>
          </p:nvPr>
        </p:nvSpPr>
        <p:spPr/>
        <p:txBody>
          <a:bodyPr>
            <a:normAutofit lnSpcReduction="10000"/>
          </a:bodyPr>
          <a:lstStyle/>
          <a:p>
            <a:pPr marL="286385" marR="5080" indent="-274320" algn="just">
              <a:lnSpc>
                <a:spcPct val="100000"/>
              </a:lnSpc>
              <a:spcBef>
                <a:spcPts val="620"/>
              </a:spcBef>
              <a:buClr>
                <a:srgbClr val="0AD0D9"/>
              </a:buClr>
              <a:buSzPct val="94230"/>
              <a:buFont typeface="Segoe UI Symbol"/>
              <a:buChar char="⚫"/>
              <a:tabLst>
                <a:tab pos="326390" algn="l"/>
              </a:tabLst>
            </a:pPr>
            <a:r>
              <a:rPr lang="en-US" dirty="0">
                <a:latin typeface="Tahoma" panose="020B0604030504040204" pitchFamily="34" charset="0"/>
                <a:ea typeface="Tahoma" panose="020B0604030504040204" pitchFamily="34" charset="0"/>
                <a:cs typeface="Tahoma" panose="020B0604030504040204" pitchFamily="34" charset="0"/>
              </a:rPr>
              <a:t>	</a:t>
            </a:r>
            <a:r>
              <a:rPr lang="en-US" spc="60" dirty="0">
                <a:latin typeface="Tahoma" panose="020B0604030504040204" pitchFamily="34" charset="0"/>
                <a:ea typeface="Tahoma" panose="020B0604030504040204" pitchFamily="34" charset="0"/>
                <a:cs typeface="Tahoma" panose="020B0604030504040204" pitchFamily="34" charset="0"/>
              </a:rPr>
              <a:t>Security</a:t>
            </a:r>
            <a:r>
              <a:rPr lang="en-US" spc="-50" dirty="0">
                <a:latin typeface="Tahoma" panose="020B0604030504040204" pitchFamily="34" charset="0"/>
                <a:ea typeface="Tahoma" panose="020B0604030504040204" pitchFamily="34" charset="0"/>
                <a:cs typeface="Tahoma" panose="020B0604030504040204" pitchFamily="34" charset="0"/>
              </a:rPr>
              <a:t> </a:t>
            </a:r>
            <a:r>
              <a:rPr lang="en-US" spc="65" dirty="0">
                <a:latin typeface="Tahoma" panose="020B0604030504040204" pitchFamily="34" charset="0"/>
                <a:ea typeface="Tahoma" panose="020B0604030504040204" pitchFamily="34" charset="0"/>
                <a:cs typeface="Tahoma" panose="020B0604030504040204" pitchFamily="34" charset="0"/>
              </a:rPr>
              <a:t>refers</a:t>
            </a:r>
            <a:r>
              <a:rPr lang="en-US" spc="-35" dirty="0">
                <a:latin typeface="Tahoma" panose="020B0604030504040204" pitchFamily="34" charset="0"/>
                <a:ea typeface="Tahoma" panose="020B0604030504040204" pitchFamily="34" charset="0"/>
                <a:cs typeface="Tahoma" panose="020B0604030504040204" pitchFamily="34" charset="0"/>
              </a:rPr>
              <a:t> </a:t>
            </a:r>
            <a:r>
              <a:rPr lang="en-US" spc="55" dirty="0">
                <a:latin typeface="Tahoma" panose="020B0604030504040204" pitchFamily="34" charset="0"/>
                <a:ea typeface="Tahoma" panose="020B0604030504040204" pitchFamily="34" charset="0"/>
                <a:cs typeface="Tahoma" panose="020B0604030504040204" pitchFamily="34" charset="0"/>
              </a:rPr>
              <a:t>to</a:t>
            </a:r>
            <a:r>
              <a:rPr lang="en-US" spc="-40" dirty="0">
                <a:latin typeface="Tahoma" panose="020B0604030504040204" pitchFamily="34" charset="0"/>
                <a:ea typeface="Tahoma" panose="020B0604030504040204" pitchFamily="34" charset="0"/>
                <a:cs typeface="Tahoma" panose="020B0604030504040204" pitchFamily="34" charset="0"/>
              </a:rPr>
              <a:t> </a:t>
            </a:r>
            <a:r>
              <a:rPr lang="en-US" spc="85" dirty="0">
                <a:latin typeface="Tahoma" panose="020B0604030504040204" pitchFamily="34" charset="0"/>
                <a:ea typeface="Tahoma" panose="020B0604030504040204" pitchFamily="34" charset="0"/>
                <a:cs typeface="Tahoma" panose="020B0604030504040204" pitchFamily="34" charset="0"/>
              </a:rPr>
              <a:t>providing</a:t>
            </a:r>
            <a:r>
              <a:rPr lang="en-US" spc="-35" dirty="0">
                <a:latin typeface="Tahoma" panose="020B0604030504040204" pitchFamily="34" charset="0"/>
                <a:ea typeface="Tahoma" panose="020B0604030504040204" pitchFamily="34" charset="0"/>
                <a:cs typeface="Tahoma" panose="020B0604030504040204" pitchFamily="34" charset="0"/>
              </a:rPr>
              <a:t> </a:t>
            </a:r>
            <a:r>
              <a:rPr lang="en-US" spc="185" dirty="0">
                <a:latin typeface="Tahoma" panose="020B0604030504040204" pitchFamily="34" charset="0"/>
                <a:ea typeface="Tahoma" panose="020B0604030504040204" pitchFamily="34" charset="0"/>
                <a:cs typeface="Tahoma" panose="020B0604030504040204" pitchFamily="34" charset="0"/>
              </a:rPr>
              <a:t>a</a:t>
            </a:r>
            <a:r>
              <a:rPr lang="en-US" spc="-35" dirty="0">
                <a:latin typeface="Tahoma" panose="020B0604030504040204" pitchFamily="34" charset="0"/>
                <a:ea typeface="Tahoma" panose="020B0604030504040204" pitchFamily="34" charset="0"/>
                <a:cs typeface="Tahoma" panose="020B0604030504040204" pitchFamily="34" charset="0"/>
              </a:rPr>
              <a:t> </a:t>
            </a:r>
            <a:r>
              <a:rPr lang="en-US" spc="75" dirty="0">
                <a:latin typeface="Tahoma" panose="020B0604030504040204" pitchFamily="34" charset="0"/>
                <a:ea typeface="Tahoma" panose="020B0604030504040204" pitchFamily="34" charset="0"/>
                <a:cs typeface="Tahoma" panose="020B0604030504040204" pitchFamily="34" charset="0"/>
              </a:rPr>
              <a:t>protection</a:t>
            </a:r>
            <a:r>
              <a:rPr lang="en-US" spc="-40" dirty="0">
                <a:latin typeface="Tahoma" panose="020B0604030504040204" pitchFamily="34" charset="0"/>
                <a:ea typeface="Tahoma" panose="020B0604030504040204" pitchFamily="34" charset="0"/>
                <a:cs typeface="Tahoma" panose="020B0604030504040204" pitchFamily="34" charset="0"/>
              </a:rPr>
              <a:t> </a:t>
            </a:r>
            <a:r>
              <a:rPr lang="en-US" spc="105" dirty="0">
                <a:latin typeface="Tahoma" panose="020B0604030504040204" pitchFamily="34" charset="0"/>
                <a:ea typeface="Tahoma" panose="020B0604030504040204" pitchFamily="34" charset="0"/>
                <a:cs typeface="Tahoma" panose="020B0604030504040204" pitchFamily="34" charset="0"/>
              </a:rPr>
              <a:t>system</a:t>
            </a:r>
            <a:r>
              <a:rPr lang="en-US" spc="-40" dirty="0">
                <a:latin typeface="Tahoma" panose="020B0604030504040204" pitchFamily="34" charset="0"/>
                <a:ea typeface="Tahoma" panose="020B0604030504040204" pitchFamily="34" charset="0"/>
                <a:cs typeface="Tahoma" panose="020B0604030504040204" pitchFamily="34" charset="0"/>
              </a:rPr>
              <a:t> </a:t>
            </a:r>
            <a:r>
              <a:rPr lang="en-US" spc="55" dirty="0">
                <a:latin typeface="Tahoma" panose="020B0604030504040204" pitchFamily="34" charset="0"/>
                <a:ea typeface="Tahoma" panose="020B0604030504040204" pitchFamily="34" charset="0"/>
                <a:cs typeface="Tahoma" panose="020B0604030504040204" pitchFamily="34" charset="0"/>
              </a:rPr>
              <a:t>to </a:t>
            </a:r>
            <a:r>
              <a:rPr lang="en-US" spc="-800" dirty="0">
                <a:latin typeface="Tahoma" panose="020B0604030504040204" pitchFamily="34" charset="0"/>
                <a:ea typeface="Tahoma" panose="020B0604030504040204" pitchFamily="34" charset="0"/>
                <a:cs typeface="Tahoma" panose="020B0604030504040204" pitchFamily="34" charset="0"/>
              </a:rPr>
              <a:t> </a:t>
            </a:r>
            <a:r>
              <a:rPr lang="en-US" spc="90" dirty="0">
                <a:latin typeface="Tahoma" panose="020B0604030504040204" pitchFamily="34" charset="0"/>
                <a:ea typeface="Tahoma" panose="020B0604030504040204" pitchFamily="34" charset="0"/>
                <a:cs typeface="Tahoma" panose="020B0604030504040204" pitchFamily="34" charset="0"/>
              </a:rPr>
              <a:t>computer</a:t>
            </a:r>
            <a:r>
              <a:rPr lang="en-US" spc="-65" dirty="0">
                <a:latin typeface="Tahoma" panose="020B0604030504040204" pitchFamily="34" charset="0"/>
                <a:ea typeface="Tahoma" panose="020B0604030504040204" pitchFamily="34" charset="0"/>
                <a:cs typeface="Tahoma" panose="020B0604030504040204" pitchFamily="34" charset="0"/>
              </a:rPr>
              <a:t> </a:t>
            </a:r>
            <a:r>
              <a:rPr lang="en-US" spc="90" dirty="0">
                <a:latin typeface="Tahoma" panose="020B0604030504040204" pitchFamily="34" charset="0"/>
                <a:ea typeface="Tahoma" panose="020B0604030504040204" pitchFamily="34" charset="0"/>
                <a:cs typeface="Tahoma" panose="020B0604030504040204" pitchFamily="34" charset="0"/>
              </a:rPr>
              <a:t>system</a:t>
            </a:r>
            <a:r>
              <a:rPr lang="en-US" spc="-65" dirty="0">
                <a:latin typeface="Tahoma" panose="020B0604030504040204" pitchFamily="34" charset="0"/>
                <a:ea typeface="Tahoma" panose="020B0604030504040204" pitchFamily="34" charset="0"/>
                <a:cs typeface="Tahoma" panose="020B0604030504040204" pitchFamily="34" charset="0"/>
              </a:rPr>
              <a:t> </a:t>
            </a:r>
            <a:r>
              <a:rPr lang="en-US" spc="75" dirty="0">
                <a:latin typeface="Tahoma" panose="020B0604030504040204" pitchFamily="34" charset="0"/>
                <a:ea typeface="Tahoma" panose="020B0604030504040204" pitchFamily="34" charset="0"/>
                <a:cs typeface="Tahoma" panose="020B0604030504040204" pitchFamily="34" charset="0"/>
              </a:rPr>
              <a:t>resources</a:t>
            </a:r>
            <a:r>
              <a:rPr lang="en-US" spc="-50" dirty="0">
                <a:latin typeface="Tahoma" panose="020B0604030504040204" pitchFamily="34" charset="0"/>
                <a:ea typeface="Tahoma" panose="020B0604030504040204" pitchFamily="34" charset="0"/>
                <a:cs typeface="Tahoma" panose="020B0604030504040204" pitchFamily="34" charset="0"/>
              </a:rPr>
              <a:t> </a:t>
            </a:r>
            <a:r>
              <a:rPr lang="en-US" spc="70" dirty="0">
                <a:latin typeface="Tahoma" panose="020B0604030504040204" pitchFamily="34" charset="0"/>
                <a:ea typeface="Tahoma" panose="020B0604030504040204" pitchFamily="34" charset="0"/>
                <a:cs typeface="Tahoma" panose="020B0604030504040204" pitchFamily="34" charset="0"/>
              </a:rPr>
              <a:t>such</a:t>
            </a:r>
            <a:r>
              <a:rPr lang="en-US" spc="-55" dirty="0">
                <a:latin typeface="Tahoma" panose="020B0604030504040204" pitchFamily="34" charset="0"/>
                <a:ea typeface="Tahoma" panose="020B0604030504040204" pitchFamily="34" charset="0"/>
                <a:cs typeface="Tahoma" panose="020B0604030504040204" pitchFamily="34" charset="0"/>
              </a:rPr>
              <a:t> </a:t>
            </a:r>
            <a:r>
              <a:rPr lang="en-US" spc="130" dirty="0">
                <a:latin typeface="Tahoma" panose="020B0604030504040204" pitchFamily="34" charset="0"/>
                <a:ea typeface="Tahoma" panose="020B0604030504040204" pitchFamily="34" charset="0"/>
                <a:cs typeface="Tahoma" panose="020B0604030504040204" pitchFamily="34" charset="0"/>
              </a:rPr>
              <a:t>as</a:t>
            </a:r>
            <a:r>
              <a:rPr lang="en-US" spc="-50" dirty="0">
                <a:latin typeface="Tahoma" panose="020B0604030504040204" pitchFamily="34" charset="0"/>
                <a:ea typeface="Tahoma" panose="020B0604030504040204" pitchFamily="34" charset="0"/>
                <a:cs typeface="Tahoma" panose="020B0604030504040204" pitchFamily="34" charset="0"/>
              </a:rPr>
              <a:t> </a:t>
            </a:r>
            <a:r>
              <a:rPr lang="en-US" spc="35" dirty="0">
                <a:latin typeface="Tahoma" panose="020B0604030504040204" pitchFamily="34" charset="0"/>
                <a:ea typeface="Tahoma" panose="020B0604030504040204" pitchFamily="34" charset="0"/>
                <a:cs typeface="Tahoma" panose="020B0604030504040204" pitchFamily="34" charset="0"/>
              </a:rPr>
              <a:t>CPU,</a:t>
            </a:r>
            <a:r>
              <a:rPr lang="en-US" spc="-45" dirty="0">
                <a:latin typeface="Tahoma" panose="020B0604030504040204" pitchFamily="34" charset="0"/>
                <a:ea typeface="Tahoma" panose="020B0604030504040204" pitchFamily="34" charset="0"/>
                <a:cs typeface="Tahoma" panose="020B0604030504040204" pitchFamily="34" charset="0"/>
              </a:rPr>
              <a:t> </a:t>
            </a:r>
            <a:r>
              <a:rPr lang="en-US" spc="75" dirty="0">
                <a:latin typeface="Tahoma" panose="020B0604030504040204" pitchFamily="34" charset="0"/>
                <a:ea typeface="Tahoma" panose="020B0604030504040204" pitchFamily="34" charset="0"/>
                <a:cs typeface="Tahoma" panose="020B0604030504040204" pitchFamily="34" charset="0"/>
              </a:rPr>
              <a:t>memory, </a:t>
            </a:r>
            <a:r>
              <a:rPr lang="en-US" spc="-800" dirty="0">
                <a:latin typeface="Tahoma" panose="020B0604030504040204" pitchFamily="34" charset="0"/>
                <a:ea typeface="Tahoma" panose="020B0604030504040204" pitchFamily="34" charset="0"/>
                <a:cs typeface="Tahoma" panose="020B0604030504040204" pitchFamily="34" charset="0"/>
              </a:rPr>
              <a:t> </a:t>
            </a:r>
            <a:r>
              <a:rPr lang="en-US" spc="60" dirty="0">
                <a:latin typeface="Tahoma" panose="020B0604030504040204" pitchFamily="34" charset="0"/>
                <a:ea typeface="Tahoma" panose="020B0604030504040204" pitchFamily="34" charset="0"/>
                <a:cs typeface="Tahoma" panose="020B0604030504040204" pitchFamily="34" charset="0"/>
              </a:rPr>
              <a:t>disk, </a:t>
            </a:r>
            <a:r>
              <a:rPr lang="en-US" spc="165" dirty="0">
                <a:latin typeface="Tahoma" panose="020B0604030504040204" pitchFamily="34" charset="0"/>
                <a:ea typeface="Tahoma" panose="020B0604030504040204" pitchFamily="34" charset="0"/>
                <a:cs typeface="Tahoma" panose="020B0604030504040204" pitchFamily="34" charset="0"/>
              </a:rPr>
              <a:t>software </a:t>
            </a:r>
            <a:r>
              <a:rPr lang="en-US" spc="215" dirty="0">
                <a:latin typeface="Tahoma" panose="020B0604030504040204" pitchFamily="34" charset="0"/>
                <a:ea typeface="Tahoma" panose="020B0604030504040204" pitchFamily="34" charset="0"/>
                <a:cs typeface="Tahoma" panose="020B0604030504040204" pitchFamily="34" charset="0"/>
              </a:rPr>
              <a:t>programs </a:t>
            </a:r>
            <a:r>
              <a:rPr lang="en-US" spc="190" dirty="0">
                <a:latin typeface="Tahoma" panose="020B0604030504040204" pitchFamily="34" charset="0"/>
                <a:ea typeface="Tahoma" panose="020B0604030504040204" pitchFamily="34" charset="0"/>
                <a:cs typeface="Tahoma" panose="020B0604030504040204" pitchFamily="34" charset="0"/>
              </a:rPr>
              <a:t>and </a:t>
            </a:r>
            <a:r>
              <a:rPr lang="en-US" spc="175" dirty="0">
                <a:latin typeface="Tahoma" panose="020B0604030504040204" pitchFamily="34" charset="0"/>
                <a:ea typeface="Tahoma" panose="020B0604030504040204" pitchFamily="34" charset="0"/>
                <a:cs typeface="Tahoma" panose="020B0604030504040204" pitchFamily="34" charset="0"/>
              </a:rPr>
              <a:t>most importantly </a:t>
            </a:r>
            <a:r>
              <a:rPr lang="en-US" spc="-800" dirty="0">
                <a:latin typeface="Tahoma" panose="020B0604030504040204" pitchFamily="34" charset="0"/>
                <a:ea typeface="Tahoma" panose="020B0604030504040204" pitchFamily="34" charset="0"/>
                <a:cs typeface="Tahoma" panose="020B0604030504040204" pitchFamily="34" charset="0"/>
              </a:rPr>
              <a:t> </a:t>
            </a:r>
            <a:r>
              <a:rPr lang="en-US" spc="80" dirty="0">
                <a:latin typeface="Tahoma" panose="020B0604030504040204" pitchFamily="34" charset="0"/>
                <a:ea typeface="Tahoma" panose="020B0604030504040204" pitchFamily="34" charset="0"/>
                <a:cs typeface="Tahoma" panose="020B0604030504040204" pitchFamily="34" charset="0"/>
              </a:rPr>
              <a:t>data/information</a:t>
            </a:r>
            <a:r>
              <a:rPr lang="en-US" spc="-125" dirty="0">
                <a:latin typeface="Tahoma" panose="020B0604030504040204" pitchFamily="34" charset="0"/>
                <a:ea typeface="Tahoma" panose="020B0604030504040204" pitchFamily="34" charset="0"/>
                <a:cs typeface="Tahoma" panose="020B0604030504040204" pitchFamily="34" charset="0"/>
              </a:rPr>
              <a:t> </a:t>
            </a:r>
            <a:r>
              <a:rPr lang="en-US" spc="45" dirty="0">
                <a:latin typeface="Tahoma" panose="020B0604030504040204" pitchFamily="34" charset="0"/>
                <a:ea typeface="Tahoma" panose="020B0604030504040204" pitchFamily="34" charset="0"/>
                <a:cs typeface="Tahoma" panose="020B0604030504040204" pitchFamily="34" charset="0"/>
              </a:rPr>
              <a:t>stored</a:t>
            </a:r>
            <a:r>
              <a:rPr lang="en-US" spc="-120" dirty="0">
                <a:latin typeface="Tahoma" panose="020B0604030504040204" pitchFamily="34" charset="0"/>
                <a:ea typeface="Tahoma" panose="020B0604030504040204" pitchFamily="34" charset="0"/>
                <a:cs typeface="Tahoma" panose="020B0604030504040204" pitchFamily="34" charset="0"/>
              </a:rPr>
              <a:t> </a:t>
            </a:r>
            <a:r>
              <a:rPr lang="en-US" spc="-15" dirty="0">
                <a:latin typeface="Tahoma" panose="020B0604030504040204" pitchFamily="34" charset="0"/>
                <a:ea typeface="Tahoma" panose="020B0604030504040204" pitchFamily="34" charset="0"/>
                <a:cs typeface="Tahoma" panose="020B0604030504040204" pitchFamily="34" charset="0"/>
              </a:rPr>
              <a:t>in</a:t>
            </a:r>
            <a:r>
              <a:rPr lang="en-US" spc="-125" dirty="0">
                <a:latin typeface="Tahoma" panose="020B0604030504040204" pitchFamily="34" charset="0"/>
                <a:ea typeface="Tahoma" panose="020B0604030504040204" pitchFamily="34" charset="0"/>
                <a:cs typeface="Tahoma" panose="020B0604030504040204" pitchFamily="34" charset="0"/>
              </a:rPr>
              <a:t> </a:t>
            </a:r>
            <a:r>
              <a:rPr lang="en-US" spc="5" dirty="0">
                <a:latin typeface="Tahoma" panose="020B0604030504040204" pitchFamily="34" charset="0"/>
                <a:ea typeface="Tahoma" panose="020B0604030504040204" pitchFamily="34" charset="0"/>
                <a:cs typeface="Tahoma" panose="020B0604030504040204" pitchFamily="34" charset="0"/>
              </a:rPr>
              <a:t>the</a:t>
            </a:r>
            <a:r>
              <a:rPr lang="en-US" spc="-114" dirty="0">
                <a:latin typeface="Tahoma" panose="020B0604030504040204" pitchFamily="34" charset="0"/>
                <a:ea typeface="Tahoma" panose="020B0604030504040204" pitchFamily="34" charset="0"/>
                <a:cs typeface="Tahoma" panose="020B0604030504040204" pitchFamily="34" charset="0"/>
              </a:rPr>
              <a:t> </a:t>
            </a:r>
            <a:r>
              <a:rPr lang="en-US" spc="70" dirty="0">
                <a:latin typeface="Tahoma" panose="020B0604030504040204" pitchFamily="34" charset="0"/>
                <a:ea typeface="Tahoma" panose="020B0604030504040204" pitchFamily="34" charset="0"/>
                <a:cs typeface="Tahoma" panose="020B0604030504040204" pitchFamily="34" charset="0"/>
              </a:rPr>
              <a:t>computer</a:t>
            </a:r>
            <a:r>
              <a:rPr lang="en-US" spc="-125" dirty="0">
                <a:latin typeface="Tahoma" panose="020B0604030504040204" pitchFamily="34" charset="0"/>
                <a:ea typeface="Tahoma" panose="020B0604030504040204" pitchFamily="34" charset="0"/>
                <a:cs typeface="Tahoma" panose="020B0604030504040204" pitchFamily="34" charset="0"/>
              </a:rPr>
              <a:t> </a:t>
            </a:r>
            <a:r>
              <a:rPr lang="en-US" spc="5" dirty="0">
                <a:latin typeface="Tahoma" panose="020B0604030504040204" pitchFamily="34" charset="0"/>
                <a:ea typeface="Tahoma" panose="020B0604030504040204" pitchFamily="34" charset="0"/>
                <a:cs typeface="Tahoma" panose="020B0604030504040204" pitchFamily="34" charset="0"/>
              </a:rPr>
              <a:t>system.</a:t>
            </a:r>
            <a:endParaRPr lang="en-US" dirty="0">
              <a:latin typeface="Tahoma" panose="020B0604030504040204" pitchFamily="34" charset="0"/>
              <a:ea typeface="Tahoma" panose="020B0604030504040204" pitchFamily="34" charset="0"/>
              <a:cs typeface="Tahoma" panose="020B0604030504040204" pitchFamily="34" charset="0"/>
            </a:endParaRPr>
          </a:p>
          <a:p>
            <a:pPr marL="286385" marR="5080" indent="-274320" algn="just">
              <a:lnSpc>
                <a:spcPct val="100000"/>
              </a:lnSpc>
              <a:spcBef>
                <a:spcPts val="620"/>
              </a:spcBef>
              <a:buClr>
                <a:srgbClr val="0AD0D9"/>
              </a:buClr>
              <a:buSzPct val="94230"/>
              <a:buFont typeface="Segoe UI Symbol"/>
              <a:buChar char="⚫"/>
              <a:tabLst>
                <a:tab pos="326390" algn="l"/>
              </a:tabLst>
            </a:pPr>
            <a:r>
              <a:rPr lang="en-US" dirty="0">
                <a:latin typeface="Tahoma" panose="020B0604030504040204" pitchFamily="34" charset="0"/>
                <a:ea typeface="Tahoma" panose="020B0604030504040204" pitchFamily="34" charset="0"/>
                <a:cs typeface="Tahoma" panose="020B0604030504040204" pitchFamily="34" charset="0"/>
              </a:rPr>
              <a:t>	</a:t>
            </a:r>
            <a:r>
              <a:rPr lang="en-US" spc="-325" dirty="0">
                <a:latin typeface="Tahoma" panose="020B0604030504040204" pitchFamily="34" charset="0"/>
                <a:ea typeface="Tahoma" panose="020B0604030504040204" pitchFamily="34" charset="0"/>
                <a:cs typeface="Tahoma" panose="020B0604030504040204" pitchFamily="34" charset="0"/>
              </a:rPr>
              <a:t>I</a:t>
            </a:r>
            <a:r>
              <a:rPr lang="en-US" spc="35" dirty="0">
                <a:latin typeface="Tahoma" panose="020B0604030504040204" pitchFamily="34" charset="0"/>
                <a:ea typeface="Tahoma" panose="020B0604030504040204" pitchFamily="34" charset="0"/>
                <a:cs typeface="Tahoma" panose="020B0604030504040204" pitchFamily="34" charset="0"/>
              </a:rPr>
              <a:t>f</a:t>
            </a:r>
            <a:r>
              <a:rPr lang="en-US" spc="-75" dirty="0">
                <a:latin typeface="Tahoma" panose="020B0604030504040204" pitchFamily="34" charset="0"/>
                <a:ea typeface="Tahoma" panose="020B0604030504040204" pitchFamily="34" charset="0"/>
                <a:cs typeface="Tahoma" panose="020B0604030504040204" pitchFamily="34" charset="0"/>
              </a:rPr>
              <a:t> </a:t>
            </a:r>
            <a:r>
              <a:rPr lang="en-US" spc="185" dirty="0">
                <a:latin typeface="Tahoma" panose="020B0604030504040204" pitchFamily="34" charset="0"/>
                <a:ea typeface="Tahoma" panose="020B0604030504040204" pitchFamily="34" charset="0"/>
                <a:cs typeface="Tahoma" panose="020B0604030504040204" pitchFamily="34" charset="0"/>
              </a:rPr>
              <a:t>a</a:t>
            </a:r>
            <a:r>
              <a:rPr lang="en-US" spc="-80" dirty="0">
                <a:latin typeface="Tahoma" panose="020B0604030504040204" pitchFamily="34" charset="0"/>
                <a:ea typeface="Tahoma" panose="020B0604030504040204" pitchFamily="34" charset="0"/>
                <a:cs typeface="Tahoma" panose="020B0604030504040204" pitchFamily="34" charset="0"/>
              </a:rPr>
              <a:t> </a:t>
            </a:r>
            <a:r>
              <a:rPr lang="en-US" spc="150" dirty="0">
                <a:latin typeface="Tahoma" panose="020B0604030504040204" pitchFamily="34" charset="0"/>
                <a:ea typeface="Tahoma" panose="020B0604030504040204" pitchFamily="34" charset="0"/>
                <a:cs typeface="Tahoma" panose="020B0604030504040204" pitchFamily="34" charset="0"/>
              </a:rPr>
              <a:t>c</a:t>
            </a:r>
            <a:r>
              <a:rPr lang="en-US" spc="135" dirty="0">
                <a:latin typeface="Tahoma" panose="020B0604030504040204" pitchFamily="34" charset="0"/>
                <a:ea typeface="Tahoma" panose="020B0604030504040204" pitchFamily="34" charset="0"/>
                <a:cs typeface="Tahoma" panose="020B0604030504040204" pitchFamily="34" charset="0"/>
              </a:rPr>
              <a:t>o</a:t>
            </a:r>
            <a:r>
              <a:rPr lang="en-US" spc="195" dirty="0">
                <a:latin typeface="Tahoma" panose="020B0604030504040204" pitchFamily="34" charset="0"/>
                <a:ea typeface="Tahoma" panose="020B0604030504040204" pitchFamily="34" charset="0"/>
                <a:cs typeface="Tahoma" panose="020B0604030504040204" pitchFamily="34" charset="0"/>
              </a:rPr>
              <a:t>m</a:t>
            </a:r>
            <a:r>
              <a:rPr lang="en-US" spc="125" dirty="0">
                <a:latin typeface="Tahoma" panose="020B0604030504040204" pitchFamily="34" charset="0"/>
                <a:ea typeface="Tahoma" panose="020B0604030504040204" pitchFamily="34" charset="0"/>
                <a:cs typeface="Tahoma" panose="020B0604030504040204" pitchFamily="34" charset="0"/>
              </a:rPr>
              <a:t>p</a:t>
            </a:r>
            <a:r>
              <a:rPr lang="en-US" spc="30" dirty="0">
                <a:latin typeface="Tahoma" panose="020B0604030504040204" pitchFamily="34" charset="0"/>
                <a:ea typeface="Tahoma" panose="020B0604030504040204" pitchFamily="34" charset="0"/>
                <a:cs typeface="Tahoma" panose="020B0604030504040204" pitchFamily="34" charset="0"/>
              </a:rPr>
              <a:t>u</a:t>
            </a:r>
            <a:r>
              <a:rPr lang="en-US" spc="-35" dirty="0">
                <a:latin typeface="Tahoma" panose="020B0604030504040204" pitchFamily="34" charset="0"/>
                <a:ea typeface="Tahoma" panose="020B0604030504040204" pitchFamily="34" charset="0"/>
                <a:cs typeface="Tahoma" panose="020B0604030504040204" pitchFamily="34" charset="0"/>
              </a:rPr>
              <a:t>t</a:t>
            </a:r>
            <a:r>
              <a:rPr lang="en-US" spc="70" dirty="0">
                <a:latin typeface="Tahoma" panose="020B0604030504040204" pitchFamily="34" charset="0"/>
                <a:ea typeface="Tahoma" panose="020B0604030504040204" pitchFamily="34" charset="0"/>
                <a:cs typeface="Tahoma" panose="020B0604030504040204" pitchFamily="34" charset="0"/>
              </a:rPr>
              <a:t>e</a:t>
            </a:r>
            <a:r>
              <a:rPr lang="en-US" spc="20" dirty="0">
                <a:latin typeface="Tahoma" panose="020B0604030504040204" pitchFamily="34" charset="0"/>
                <a:ea typeface="Tahoma" panose="020B0604030504040204" pitchFamily="34" charset="0"/>
                <a:cs typeface="Tahoma" panose="020B0604030504040204" pitchFamily="34" charset="0"/>
              </a:rPr>
              <a:t>r</a:t>
            </a:r>
            <a:r>
              <a:rPr lang="en-US" spc="-75" dirty="0">
                <a:latin typeface="Tahoma" panose="020B0604030504040204" pitchFamily="34" charset="0"/>
                <a:ea typeface="Tahoma" panose="020B0604030504040204" pitchFamily="34" charset="0"/>
                <a:cs typeface="Tahoma" panose="020B0604030504040204" pitchFamily="34" charset="0"/>
              </a:rPr>
              <a:t> </a:t>
            </a:r>
            <a:r>
              <a:rPr lang="en-US" spc="130" dirty="0">
                <a:latin typeface="Tahoma" panose="020B0604030504040204" pitchFamily="34" charset="0"/>
                <a:ea typeface="Tahoma" panose="020B0604030504040204" pitchFamily="34" charset="0"/>
                <a:cs typeface="Tahoma" panose="020B0604030504040204" pitchFamily="34" charset="0"/>
              </a:rPr>
              <a:t>p</a:t>
            </a:r>
            <a:r>
              <a:rPr lang="en-US" spc="40" dirty="0">
                <a:latin typeface="Tahoma" panose="020B0604030504040204" pitchFamily="34" charset="0"/>
                <a:ea typeface="Tahoma" panose="020B0604030504040204" pitchFamily="34" charset="0"/>
                <a:cs typeface="Tahoma" panose="020B0604030504040204" pitchFamily="34" charset="0"/>
              </a:rPr>
              <a:t>r</a:t>
            </a:r>
            <a:r>
              <a:rPr lang="en-US" spc="140" dirty="0">
                <a:latin typeface="Tahoma" panose="020B0604030504040204" pitchFamily="34" charset="0"/>
                <a:ea typeface="Tahoma" panose="020B0604030504040204" pitchFamily="34" charset="0"/>
                <a:cs typeface="Tahoma" panose="020B0604030504040204" pitchFamily="34" charset="0"/>
              </a:rPr>
              <a:t>o</a:t>
            </a:r>
            <a:r>
              <a:rPr lang="en-US" spc="185" dirty="0">
                <a:latin typeface="Tahoma" panose="020B0604030504040204" pitchFamily="34" charset="0"/>
                <a:ea typeface="Tahoma" panose="020B0604030504040204" pitchFamily="34" charset="0"/>
                <a:cs typeface="Tahoma" panose="020B0604030504040204" pitchFamily="34" charset="0"/>
              </a:rPr>
              <a:t>g</a:t>
            </a:r>
            <a:r>
              <a:rPr lang="en-US" spc="40" dirty="0">
                <a:latin typeface="Tahoma" panose="020B0604030504040204" pitchFamily="34" charset="0"/>
                <a:ea typeface="Tahoma" panose="020B0604030504040204" pitchFamily="34" charset="0"/>
                <a:cs typeface="Tahoma" panose="020B0604030504040204" pitchFamily="34" charset="0"/>
              </a:rPr>
              <a:t>r</a:t>
            </a:r>
            <a:r>
              <a:rPr lang="en-US" spc="204" dirty="0">
                <a:latin typeface="Tahoma" panose="020B0604030504040204" pitchFamily="34" charset="0"/>
                <a:ea typeface="Tahoma" panose="020B0604030504040204" pitchFamily="34" charset="0"/>
                <a:cs typeface="Tahoma" panose="020B0604030504040204" pitchFamily="34" charset="0"/>
              </a:rPr>
              <a:t>a</a:t>
            </a:r>
            <a:r>
              <a:rPr lang="en-US" spc="180" dirty="0">
                <a:latin typeface="Tahoma" panose="020B0604030504040204" pitchFamily="34" charset="0"/>
                <a:ea typeface="Tahoma" panose="020B0604030504040204" pitchFamily="34" charset="0"/>
                <a:cs typeface="Tahoma" panose="020B0604030504040204" pitchFamily="34" charset="0"/>
              </a:rPr>
              <a:t>m</a:t>
            </a:r>
            <a:r>
              <a:rPr lang="en-US" spc="-70" dirty="0">
                <a:latin typeface="Tahoma" panose="020B0604030504040204" pitchFamily="34" charset="0"/>
                <a:ea typeface="Tahoma" panose="020B0604030504040204" pitchFamily="34" charset="0"/>
                <a:cs typeface="Tahoma" panose="020B0604030504040204" pitchFamily="34" charset="0"/>
              </a:rPr>
              <a:t> </a:t>
            </a:r>
            <a:r>
              <a:rPr lang="en-US" spc="-40" dirty="0">
                <a:latin typeface="Tahoma" panose="020B0604030504040204" pitchFamily="34" charset="0"/>
                <a:ea typeface="Tahoma" panose="020B0604030504040204" pitchFamily="34" charset="0"/>
                <a:cs typeface="Tahoma" panose="020B0604030504040204" pitchFamily="34" charset="0"/>
              </a:rPr>
              <a:t>i</a:t>
            </a:r>
            <a:r>
              <a:rPr lang="en-US" spc="50" dirty="0">
                <a:latin typeface="Tahoma" panose="020B0604030504040204" pitchFamily="34" charset="0"/>
                <a:ea typeface="Tahoma" panose="020B0604030504040204" pitchFamily="34" charset="0"/>
                <a:cs typeface="Tahoma" panose="020B0604030504040204" pitchFamily="34" charset="0"/>
              </a:rPr>
              <a:t>s</a:t>
            </a:r>
            <a:r>
              <a:rPr lang="en-US" spc="-65" dirty="0">
                <a:latin typeface="Tahoma" panose="020B0604030504040204" pitchFamily="34" charset="0"/>
                <a:ea typeface="Tahoma" panose="020B0604030504040204" pitchFamily="34" charset="0"/>
                <a:cs typeface="Tahoma" panose="020B0604030504040204" pitchFamily="34" charset="0"/>
              </a:rPr>
              <a:t> </a:t>
            </a:r>
            <a:r>
              <a:rPr lang="en-US" spc="40" dirty="0">
                <a:latin typeface="Tahoma" panose="020B0604030504040204" pitchFamily="34" charset="0"/>
                <a:ea typeface="Tahoma" panose="020B0604030504040204" pitchFamily="34" charset="0"/>
                <a:cs typeface="Tahoma" panose="020B0604030504040204" pitchFamily="34" charset="0"/>
              </a:rPr>
              <a:t>r</a:t>
            </a:r>
            <a:r>
              <a:rPr lang="en-US" spc="35" dirty="0">
                <a:latin typeface="Tahoma" panose="020B0604030504040204" pitchFamily="34" charset="0"/>
                <a:ea typeface="Tahoma" panose="020B0604030504040204" pitchFamily="34" charset="0"/>
                <a:cs typeface="Tahoma" panose="020B0604030504040204" pitchFamily="34" charset="0"/>
              </a:rPr>
              <a:t>u</a:t>
            </a:r>
            <a:r>
              <a:rPr lang="en-US" spc="40" dirty="0">
                <a:latin typeface="Tahoma" panose="020B0604030504040204" pitchFamily="34" charset="0"/>
                <a:ea typeface="Tahoma" panose="020B0604030504040204" pitchFamily="34" charset="0"/>
                <a:cs typeface="Tahoma" panose="020B0604030504040204" pitchFamily="34" charset="0"/>
              </a:rPr>
              <a:t>n</a:t>
            </a:r>
            <a:r>
              <a:rPr lang="en-US" spc="-70" dirty="0">
                <a:latin typeface="Tahoma" panose="020B0604030504040204" pitchFamily="34" charset="0"/>
                <a:ea typeface="Tahoma" panose="020B0604030504040204" pitchFamily="34" charset="0"/>
                <a:cs typeface="Tahoma" panose="020B0604030504040204" pitchFamily="34" charset="0"/>
              </a:rPr>
              <a:t> </a:t>
            </a:r>
            <a:r>
              <a:rPr lang="en-US" spc="130" dirty="0">
                <a:latin typeface="Tahoma" panose="020B0604030504040204" pitchFamily="34" charset="0"/>
                <a:ea typeface="Tahoma" panose="020B0604030504040204" pitchFamily="34" charset="0"/>
                <a:cs typeface="Tahoma" panose="020B0604030504040204" pitchFamily="34" charset="0"/>
              </a:rPr>
              <a:t>b</a:t>
            </a:r>
            <a:r>
              <a:rPr lang="en-US" spc="165" dirty="0">
                <a:latin typeface="Tahoma" panose="020B0604030504040204" pitchFamily="34" charset="0"/>
                <a:ea typeface="Tahoma" panose="020B0604030504040204" pitchFamily="34" charset="0"/>
                <a:cs typeface="Tahoma" panose="020B0604030504040204" pitchFamily="34" charset="0"/>
              </a:rPr>
              <a:t>y</a:t>
            </a:r>
            <a:r>
              <a:rPr lang="en-US" spc="-70" dirty="0">
                <a:latin typeface="Tahoma" panose="020B0604030504040204" pitchFamily="34" charset="0"/>
                <a:ea typeface="Tahoma" panose="020B0604030504040204" pitchFamily="34" charset="0"/>
                <a:cs typeface="Tahoma" panose="020B0604030504040204" pitchFamily="34" charset="0"/>
              </a:rPr>
              <a:t> </a:t>
            </a:r>
            <a:r>
              <a:rPr lang="en-US" spc="35" dirty="0">
                <a:latin typeface="Tahoma" panose="020B0604030504040204" pitchFamily="34" charset="0"/>
                <a:ea typeface="Tahoma" panose="020B0604030504040204" pitchFamily="34" charset="0"/>
                <a:cs typeface="Tahoma" panose="020B0604030504040204" pitchFamily="34" charset="0"/>
              </a:rPr>
              <a:t>u</a:t>
            </a:r>
            <a:r>
              <a:rPr lang="en-US" spc="55" dirty="0">
                <a:latin typeface="Tahoma" panose="020B0604030504040204" pitchFamily="34" charset="0"/>
                <a:ea typeface="Tahoma" panose="020B0604030504040204" pitchFamily="34" charset="0"/>
                <a:cs typeface="Tahoma" panose="020B0604030504040204" pitchFamily="34" charset="0"/>
              </a:rPr>
              <a:t>n</a:t>
            </a:r>
            <a:r>
              <a:rPr lang="en-US" spc="204" dirty="0">
                <a:latin typeface="Tahoma" panose="020B0604030504040204" pitchFamily="34" charset="0"/>
                <a:ea typeface="Tahoma" panose="020B0604030504040204" pitchFamily="34" charset="0"/>
                <a:cs typeface="Tahoma" panose="020B0604030504040204" pitchFamily="34" charset="0"/>
              </a:rPr>
              <a:t>a</a:t>
            </a:r>
            <a:r>
              <a:rPr lang="en-US" spc="35" dirty="0">
                <a:latin typeface="Tahoma" panose="020B0604030504040204" pitchFamily="34" charset="0"/>
                <a:ea typeface="Tahoma" panose="020B0604030504040204" pitchFamily="34" charset="0"/>
                <a:cs typeface="Tahoma" panose="020B0604030504040204" pitchFamily="34" charset="0"/>
              </a:rPr>
              <a:t>u</a:t>
            </a:r>
            <a:r>
              <a:rPr lang="en-US" spc="-30" dirty="0">
                <a:latin typeface="Tahoma" panose="020B0604030504040204" pitchFamily="34" charset="0"/>
                <a:ea typeface="Tahoma" panose="020B0604030504040204" pitchFamily="34" charset="0"/>
                <a:cs typeface="Tahoma" panose="020B0604030504040204" pitchFamily="34" charset="0"/>
              </a:rPr>
              <a:t>t</a:t>
            </a:r>
            <a:r>
              <a:rPr lang="en-US" spc="30" dirty="0">
                <a:latin typeface="Tahoma" panose="020B0604030504040204" pitchFamily="34" charset="0"/>
                <a:ea typeface="Tahoma" panose="020B0604030504040204" pitchFamily="34" charset="0"/>
                <a:cs typeface="Tahoma" panose="020B0604030504040204" pitchFamily="34" charset="0"/>
              </a:rPr>
              <a:t>h</a:t>
            </a:r>
            <a:r>
              <a:rPr lang="en-US" spc="140" dirty="0">
                <a:latin typeface="Tahoma" panose="020B0604030504040204" pitchFamily="34" charset="0"/>
                <a:ea typeface="Tahoma" panose="020B0604030504040204" pitchFamily="34" charset="0"/>
                <a:cs typeface="Tahoma" panose="020B0604030504040204" pitchFamily="34" charset="0"/>
              </a:rPr>
              <a:t>o</a:t>
            </a:r>
            <a:r>
              <a:rPr lang="en-US" spc="40" dirty="0">
                <a:latin typeface="Tahoma" panose="020B0604030504040204" pitchFamily="34" charset="0"/>
                <a:ea typeface="Tahoma" panose="020B0604030504040204" pitchFamily="34" charset="0"/>
                <a:cs typeface="Tahoma" panose="020B0604030504040204" pitchFamily="34" charset="0"/>
              </a:rPr>
              <a:t>r</a:t>
            </a:r>
            <a:r>
              <a:rPr lang="en-US" spc="-40" dirty="0">
                <a:latin typeface="Tahoma" panose="020B0604030504040204" pitchFamily="34" charset="0"/>
                <a:ea typeface="Tahoma" panose="020B0604030504040204" pitchFamily="34" charset="0"/>
                <a:cs typeface="Tahoma" panose="020B0604030504040204" pitchFamily="34" charset="0"/>
              </a:rPr>
              <a:t>i</a:t>
            </a:r>
            <a:r>
              <a:rPr lang="en-US" spc="105" dirty="0">
                <a:latin typeface="Tahoma" panose="020B0604030504040204" pitchFamily="34" charset="0"/>
                <a:ea typeface="Tahoma" panose="020B0604030504040204" pitchFamily="34" charset="0"/>
                <a:cs typeface="Tahoma" panose="020B0604030504040204" pitchFamily="34" charset="0"/>
              </a:rPr>
              <a:t>z</a:t>
            </a:r>
            <a:r>
              <a:rPr lang="en-US" spc="75" dirty="0">
                <a:latin typeface="Tahoma" panose="020B0604030504040204" pitchFamily="34" charset="0"/>
                <a:ea typeface="Tahoma" panose="020B0604030504040204" pitchFamily="34" charset="0"/>
                <a:cs typeface="Tahoma" panose="020B0604030504040204" pitchFamily="34" charset="0"/>
              </a:rPr>
              <a:t>e</a:t>
            </a:r>
            <a:r>
              <a:rPr lang="en-US" spc="110" dirty="0">
                <a:latin typeface="Tahoma" panose="020B0604030504040204" pitchFamily="34" charset="0"/>
                <a:ea typeface="Tahoma" panose="020B0604030504040204" pitchFamily="34" charset="0"/>
                <a:cs typeface="Tahoma" panose="020B0604030504040204" pitchFamily="34" charset="0"/>
              </a:rPr>
              <a:t>d</a:t>
            </a:r>
            <a:r>
              <a:rPr lang="en-US" spc="-70" dirty="0">
                <a:latin typeface="Tahoma" panose="020B0604030504040204" pitchFamily="34" charset="0"/>
                <a:ea typeface="Tahoma" panose="020B0604030504040204" pitchFamily="34" charset="0"/>
                <a:cs typeface="Tahoma" panose="020B0604030504040204" pitchFamily="34" charset="0"/>
              </a:rPr>
              <a:t> </a:t>
            </a:r>
            <a:r>
              <a:rPr lang="en-US" spc="35" dirty="0">
                <a:latin typeface="Tahoma" panose="020B0604030504040204" pitchFamily="34" charset="0"/>
                <a:ea typeface="Tahoma" panose="020B0604030504040204" pitchFamily="34" charset="0"/>
                <a:cs typeface="Tahoma" panose="020B0604030504040204" pitchFamily="34" charset="0"/>
              </a:rPr>
              <a:t>u</a:t>
            </a:r>
            <a:r>
              <a:rPr lang="en-US" spc="70" dirty="0">
                <a:latin typeface="Tahoma" panose="020B0604030504040204" pitchFamily="34" charset="0"/>
                <a:ea typeface="Tahoma" panose="020B0604030504040204" pitchFamily="34" charset="0"/>
                <a:cs typeface="Tahoma" panose="020B0604030504040204" pitchFamily="34" charset="0"/>
              </a:rPr>
              <a:t>s</a:t>
            </a:r>
            <a:r>
              <a:rPr lang="en-US" spc="75" dirty="0">
                <a:latin typeface="Tahoma" panose="020B0604030504040204" pitchFamily="34" charset="0"/>
                <a:ea typeface="Tahoma" panose="020B0604030504040204" pitchFamily="34" charset="0"/>
                <a:cs typeface="Tahoma" panose="020B0604030504040204" pitchFamily="34" charset="0"/>
              </a:rPr>
              <a:t>e</a:t>
            </a:r>
            <a:r>
              <a:rPr lang="en-US" spc="15" dirty="0">
                <a:latin typeface="Tahoma" panose="020B0604030504040204" pitchFamily="34" charset="0"/>
                <a:ea typeface="Tahoma" panose="020B0604030504040204" pitchFamily="34" charset="0"/>
                <a:cs typeface="Tahoma" panose="020B0604030504040204" pitchFamily="34" charset="0"/>
              </a:rPr>
              <a:t>r  </a:t>
            </a:r>
            <a:r>
              <a:rPr lang="en-US" spc="240" dirty="0">
                <a:latin typeface="Tahoma" panose="020B0604030504040204" pitchFamily="34" charset="0"/>
                <a:ea typeface="Tahoma" panose="020B0604030504040204" pitchFamily="34" charset="0"/>
                <a:cs typeface="Tahoma" panose="020B0604030504040204" pitchFamily="34" charset="0"/>
              </a:rPr>
              <a:t>t</a:t>
            </a:r>
            <a:r>
              <a:rPr lang="en-US" spc="300" dirty="0">
                <a:latin typeface="Tahoma" panose="020B0604030504040204" pitchFamily="34" charset="0"/>
                <a:ea typeface="Tahoma" panose="020B0604030504040204" pitchFamily="34" charset="0"/>
                <a:cs typeface="Tahoma" panose="020B0604030504040204" pitchFamily="34" charset="0"/>
              </a:rPr>
              <a:t>h</a:t>
            </a:r>
            <a:r>
              <a:rPr lang="en-US" spc="345" dirty="0">
                <a:latin typeface="Tahoma" panose="020B0604030504040204" pitchFamily="34" charset="0"/>
                <a:ea typeface="Tahoma" panose="020B0604030504040204" pitchFamily="34" charset="0"/>
                <a:cs typeface="Tahoma" panose="020B0604030504040204" pitchFamily="34" charset="0"/>
              </a:rPr>
              <a:t>e</a:t>
            </a:r>
            <a:r>
              <a:rPr lang="en-US" spc="40" dirty="0">
                <a:latin typeface="Tahoma" panose="020B0604030504040204" pitchFamily="34" charset="0"/>
                <a:ea typeface="Tahoma" panose="020B0604030504040204" pitchFamily="34" charset="0"/>
                <a:cs typeface="Tahoma" panose="020B0604030504040204" pitchFamily="34" charset="0"/>
              </a:rPr>
              <a:t>n</a:t>
            </a:r>
            <a:r>
              <a:rPr lang="en-US" dirty="0">
                <a:latin typeface="Tahoma" panose="020B0604030504040204" pitchFamily="34" charset="0"/>
                <a:ea typeface="Tahoma" panose="020B0604030504040204" pitchFamily="34" charset="0"/>
                <a:cs typeface="Tahoma" panose="020B0604030504040204" pitchFamily="34" charset="0"/>
              </a:rPr>
              <a:t> </a:t>
            </a:r>
            <a:r>
              <a:rPr lang="en-US" spc="-345" dirty="0">
                <a:latin typeface="Tahoma" panose="020B0604030504040204" pitchFamily="34" charset="0"/>
                <a:ea typeface="Tahoma" panose="020B0604030504040204" pitchFamily="34" charset="0"/>
                <a:cs typeface="Tahoma" panose="020B0604030504040204" pitchFamily="34" charset="0"/>
              </a:rPr>
              <a:t> </a:t>
            </a:r>
            <a:r>
              <a:rPr lang="en-US" spc="300" dirty="0">
                <a:latin typeface="Tahoma" panose="020B0604030504040204" pitchFamily="34" charset="0"/>
                <a:ea typeface="Tahoma" panose="020B0604030504040204" pitchFamily="34" charset="0"/>
                <a:cs typeface="Tahoma" panose="020B0604030504040204" pitchFamily="34" charset="0"/>
              </a:rPr>
              <a:t>h</a:t>
            </a:r>
            <a:r>
              <a:rPr lang="en-US" spc="345" dirty="0">
                <a:latin typeface="Tahoma" panose="020B0604030504040204" pitchFamily="34" charset="0"/>
                <a:ea typeface="Tahoma" panose="020B0604030504040204" pitchFamily="34" charset="0"/>
                <a:cs typeface="Tahoma" panose="020B0604030504040204" pitchFamily="34" charset="0"/>
              </a:rPr>
              <a:t>e</a:t>
            </a:r>
            <a:r>
              <a:rPr lang="en-US" spc="325" dirty="0">
                <a:latin typeface="Tahoma" panose="020B0604030504040204" pitchFamily="34" charset="0"/>
                <a:ea typeface="Tahoma" panose="020B0604030504040204" pitchFamily="34" charset="0"/>
                <a:cs typeface="Tahoma" panose="020B0604030504040204" pitchFamily="34" charset="0"/>
              </a:rPr>
              <a:t>/</a:t>
            </a:r>
            <a:r>
              <a:rPr lang="en-US" spc="-520" dirty="0">
                <a:latin typeface="Tahoma" panose="020B0604030504040204" pitchFamily="34" charset="0"/>
                <a:ea typeface="Tahoma" panose="020B0604030504040204" pitchFamily="34" charset="0"/>
                <a:cs typeface="Tahoma" panose="020B0604030504040204" pitchFamily="34" charset="0"/>
              </a:rPr>
              <a:t> </a:t>
            </a:r>
            <a:r>
              <a:rPr lang="en-US" spc="340" dirty="0">
                <a:latin typeface="Tahoma" panose="020B0604030504040204" pitchFamily="34" charset="0"/>
                <a:ea typeface="Tahoma" panose="020B0604030504040204" pitchFamily="34" charset="0"/>
                <a:cs typeface="Tahoma" panose="020B0604030504040204" pitchFamily="34" charset="0"/>
              </a:rPr>
              <a:t>s</a:t>
            </a:r>
            <a:r>
              <a:rPr lang="en-US" spc="300" dirty="0">
                <a:latin typeface="Tahoma" panose="020B0604030504040204" pitchFamily="34" charset="0"/>
                <a:ea typeface="Tahoma" panose="020B0604030504040204" pitchFamily="34" charset="0"/>
                <a:cs typeface="Tahoma" panose="020B0604030504040204" pitchFamily="34" charset="0"/>
              </a:rPr>
              <a:t>h</a:t>
            </a:r>
            <a:r>
              <a:rPr lang="en-US" spc="55" dirty="0">
                <a:latin typeface="Tahoma" panose="020B0604030504040204" pitchFamily="34" charset="0"/>
                <a:ea typeface="Tahoma" panose="020B0604030504040204" pitchFamily="34" charset="0"/>
                <a:cs typeface="Tahoma" panose="020B0604030504040204" pitchFamily="34" charset="0"/>
              </a:rPr>
              <a:t>e</a:t>
            </a:r>
            <a:r>
              <a:rPr lang="en-US" dirty="0">
                <a:latin typeface="Tahoma" panose="020B0604030504040204" pitchFamily="34" charset="0"/>
                <a:ea typeface="Tahoma" panose="020B0604030504040204" pitchFamily="34" charset="0"/>
                <a:cs typeface="Tahoma" panose="020B0604030504040204" pitchFamily="34" charset="0"/>
              </a:rPr>
              <a:t> </a:t>
            </a:r>
            <a:r>
              <a:rPr lang="en-US" spc="-340" dirty="0">
                <a:latin typeface="Tahoma" panose="020B0604030504040204" pitchFamily="34" charset="0"/>
                <a:ea typeface="Tahoma" panose="020B0604030504040204" pitchFamily="34" charset="0"/>
                <a:cs typeface="Tahoma" panose="020B0604030504040204" pitchFamily="34" charset="0"/>
              </a:rPr>
              <a:t> </a:t>
            </a:r>
            <a:r>
              <a:rPr lang="en-US" spc="470" dirty="0">
                <a:latin typeface="Tahoma" panose="020B0604030504040204" pitchFamily="34" charset="0"/>
                <a:ea typeface="Tahoma" panose="020B0604030504040204" pitchFamily="34" charset="0"/>
                <a:cs typeface="Tahoma" panose="020B0604030504040204" pitchFamily="34" charset="0"/>
              </a:rPr>
              <a:t>m</a:t>
            </a:r>
            <a:r>
              <a:rPr lang="en-US" spc="475" dirty="0">
                <a:latin typeface="Tahoma" panose="020B0604030504040204" pitchFamily="34" charset="0"/>
                <a:ea typeface="Tahoma" panose="020B0604030504040204" pitchFamily="34" charset="0"/>
                <a:cs typeface="Tahoma" panose="020B0604030504040204" pitchFamily="34" charset="0"/>
              </a:rPr>
              <a:t>a</a:t>
            </a:r>
            <a:r>
              <a:rPr lang="en-US" spc="165" dirty="0">
                <a:latin typeface="Tahoma" panose="020B0604030504040204" pitchFamily="34" charset="0"/>
                <a:ea typeface="Tahoma" panose="020B0604030504040204" pitchFamily="34" charset="0"/>
                <a:cs typeface="Tahoma" panose="020B0604030504040204" pitchFamily="34" charset="0"/>
              </a:rPr>
              <a:t>y</a:t>
            </a:r>
            <a:r>
              <a:rPr lang="en-US" dirty="0">
                <a:latin typeface="Tahoma" panose="020B0604030504040204" pitchFamily="34" charset="0"/>
                <a:ea typeface="Tahoma" panose="020B0604030504040204" pitchFamily="34" charset="0"/>
                <a:cs typeface="Tahoma" panose="020B0604030504040204" pitchFamily="34" charset="0"/>
              </a:rPr>
              <a:t> </a:t>
            </a:r>
            <a:r>
              <a:rPr lang="en-US" spc="-340" dirty="0">
                <a:latin typeface="Tahoma" panose="020B0604030504040204" pitchFamily="34" charset="0"/>
                <a:ea typeface="Tahoma" panose="020B0604030504040204" pitchFamily="34" charset="0"/>
                <a:cs typeface="Tahoma" panose="020B0604030504040204" pitchFamily="34" charset="0"/>
              </a:rPr>
              <a:t> </a:t>
            </a:r>
            <a:r>
              <a:rPr lang="en-US" spc="425" dirty="0">
                <a:latin typeface="Tahoma" panose="020B0604030504040204" pitchFamily="34" charset="0"/>
                <a:ea typeface="Tahoma" panose="020B0604030504040204" pitchFamily="34" charset="0"/>
                <a:cs typeface="Tahoma" panose="020B0604030504040204" pitchFamily="34" charset="0"/>
              </a:rPr>
              <a:t>c</a:t>
            </a:r>
            <a:r>
              <a:rPr lang="en-US" spc="475" dirty="0">
                <a:latin typeface="Tahoma" panose="020B0604030504040204" pitchFamily="34" charset="0"/>
                <a:ea typeface="Tahoma" panose="020B0604030504040204" pitchFamily="34" charset="0"/>
                <a:cs typeface="Tahoma" panose="020B0604030504040204" pitchFamily="34" charset="0"/>
              </a:rPr>
              <a:t>a</a:t>
            </a:r>
            <a:r>
              <a:rPr lang="en-US" spc="305" dirty="0">
                <a:latin typeface="Tahoma" panose="020B0604030504040204" pitchFamily="34" charset="0"/>
                <a:ea typeface="Tahoma" panose="020B0604030504040204" pitchFamily="34" charset="0"/>
                <a:cs typeface="Tahoma" panose="020B0604030504040204" pitchFamily="34" charset="0"/>
              </a:rPr>
              <a:t>u</a:t>
            </a:r>
            <a:r>
              <a:rPr lang="en-US" spc="340" dirty="0">
                <a:latin typeface="Tahoma" panose="020B0604030504040204" pitchFamily="34" charset="0"/>
                <a:ea typeface="Tahoma" panose="020B0604030504040204" pitchFamily="34" charset="0"/>
                <a:cs typeface="Tahoma" panose="020B0604030504040204" pitchFamily="34" charset="0"/>
              </a:rPr>
              <a:t>s</a:t>
            </a:r>
            <a:r>
              <a:rPr lang="en-US" spc="55" dirty="0">
                <a:latin typeface="Tahoma" panose="020B0604030504040204" pitchFamily="34" charset="0"/>
                <a:ea typeface="Tahoma" panose="020B0604030504040204" pitchFamily="34" charset="0"/>
                <a:cs typeface="Tahoma" panose="020B0604030504040204" pitchFamily="34" charset="0"/>
              </a:rPr>
              <a:t>e</a:t>
            </a:r>
            <a:r>
              <a:rPr lang="en-US" dirty="0">
                <a:latin typeface="Tahoma" panose="020B0604030504040204" pitchFamily="34" charset="0"/>
                <a:ea typeface="Tahoma" panose="020B0604030504040204" pitchFamily="34" charset="0"/>
                <a:cs typeface="Tahoma" panose="020B0604030504040204" pitchFamily="34" charset="0"/>
              </a:rPr>
              <a:t> </a:t>
            </a:r>
            <a:r>
              <a:rPr lang="en-US" spc="-330" dirty="0">
                <a:latin typeface="Tahoma" panose="020B0604030504040204" pitchFamily="34" charset="0"/>
                <a:ea typeface="Tahoma" panose="020B0604030504040204" pitchFamily="34" charset="0"/>
                <a:cs typeface="Tahoma" panose="020B0604030504040204" pitchFamily="34" charset="0"/>
              </a:rPr>
              <a:t> </a:t>
            </a:r>
            <a:r>
              <a:rPr lang="en-US" spc="345" dirty="0">
                <a:latin typeface="Tahoma" panose="020B0604030504040204" pitchFamily="34" charset="0"/>
                <a:ea typeface="Tahoma" panose="020B0604030504040204" pitchFamily="34" charset="0"/>
                <a:cs typeface="Tahoma" panose="020B0604030504040204" pitchFamily="34" charset="0"/>
              </a:rPr>
              <a:t>s</a:t>
            </a:r>
            <a:r>
              <a:rPr lang="en-US" spc="350" dirty="0">
                <a:latin typeface="Tahoma" panose="020B0604030504040204" pitchFamily="34" charset="0"/>
                <a:ea typeface="Tahoma" panose="020B0604030504040204" pitchFamily="34" charset="0"/>
                <a:cs typeface="Tahoma" panose="020B0604030504040204" pitchFamily="34" charset="0"/>
              </a:rPr>
              <a:t>e</a:t>
            </a:r>
            <a:r>
              <a:rPr lang="en-US" spc="345" dirty="0">
                <a:latin typeface="Tahoma" panose="020B0604030504040204" pitchFamily="34" charset="0"/>
                <a:ea typeface="Tahoma" panose="020B0604030504040204" pitchFamily="34" charset="0"/>
                <a:cs typeface="Tahoma" panose="020B0604030504040204" pitchFamily="34" charset="0"/>
              </a:rPr>
              <a:t>v</a:t>
            </a:r>
            <a:r>
              <a:rPr lang="en-US" spc="350" dirty="0">
                <a:latin typeface="Tahoma" panose="020B0604030504040204" pitchFamily="34" charset="0"/>
                <a:ea typeface="Tahoma" panose="020B0604030504040204" pitchFamily="34" charset="0"/>
                <a:cs typeface="Tahoma" panose="020B0604030504040204" pitchFamily="34" charset="0"/>
              </a:rPr>
              <a:t>e</a:t>
            </a:r>
            <a:r>
              <a:rPr lang="en-US" spc="315" dirty="0">
                <a:latin typeface="Tahoma" panose="020B0604030504040204" pitchFamily="34" charset="0"/>
                <a:ea typeface="Tahoma" panose="020B0604030504040204" pitchFamily="34" charset="0"/>
                <a:cs typeface="Tahoma" panose="020B0604030504040204" pitchFamily="34" charset="0"/>
              </a:rPr>
              <a:t>r</a:t>
            </a:r>
            <a:r>
              <a:rPr lang="en-US" spc="55" dirty="0">
                <a:latin typeface="Tahoma" panose="020B0604030504040204" pitchFamily="34" charset="0"/>
                <a:ea typeface="Tahoma" panose="020B0604030504040204" pitchFamily="34" charset="0"/>
                <a:cs typeface="Tahoma" panose="020B0604030504040204" pitchFamily="34" charset="0"/>
              </a:rPr>
              <a:t>e</a:t>
            </a:r>
            <a:r>
              <a:rPr lang="en-US" dirty="0">
                <a:latin typeface="Tahoma" panose="020B0604030504040204" pitchFamily="34" charset="0"/>
                <a:ea typeface="Tahoma" panose="020B0604030504040204" pitchFamily="34" charset="0"/>
                <a:cs typeface="Tahoma" panose="020B0604030504040204" pitchFamily="34" charset="0"/>
              </a:rPr>
              <a:t> </a:t>
            </a:r>
            <a:r>
              <a:rPr lang="en-US" spc="-330" dirty="0">
                <a:latin typeface="Tahoma" panose="020B0604030504040204" pitchFamily="34" charset="0"/>
                <a:ea typeface="Tahoma" panose="020B0604030504040204" pitchFamily="34" charset="0"/>
                <a:cs typeface="Tahoma" panose="020B0604030504040204" pitchFamily="34" charset="0"/>
              </a:rPr>
              <a:t> </a:t>
            </a:r>
            <a:r>
              <a:rPr lang="en-US" spc="405" dirty="0">
                <a:latin typeface="Tahoma" panose="020B0604030504040204" pitchFamily="34" charset="0"/>
                <a:ea typeface="Tahoma" panose="020B0604030504040204" pitchFamily="34" charset="0"/>
                <a:cs typeface="Tahoma" panose="020B0604030504040204" pitchFamily="34" charset="0"/>
              </a:rPr>
              <a:t>d</a:t>
            </a:r>
            <a:r>
              <a:rPr lang="en-US" spc="480" dirty="0">
                <a:latin typeface="Tahoma" panose="020B0604030504040204" pitchFamily="34" charset="0"/>
                <a:ea typeface="Tahoma" panose="020B0604030504040204" pitchFamily="34" charset="0"/>
                <a:cs typeface="Tahoma" panose="020B0604030504040204" pitchFamily="34" charset="0"/>
              </a:rPr>
              <a:t>a</a:t>
            </a:r>
            <a:r>
              <a:rPr lang="en-US" spc="475" dirty="0">
                <a:latin typeface="Tahoma" panose="020B0604030504040204" pitchFamily="34" charset="0"/>
                <a:ea typeface="Tahoma" panose="020B0604030504040204" pitchFamily="34" charset="0"/>
                <a:cs typeface="Tahoma" panose="020B0604030504040204" pitchFamily="34" charset="0"/>
              </a:rPr>
              <a:t>m</a:t>
            </a:r>
            <a:r>
              <a:rPr lang="en-US" spc="480" dirty="0">
                <a:latin typeface="Tahoma" panose="020B0604030504040204" pitchFamily="34" charset="0"/>
                <a:ea typeface="Tahoma" panose="020B0604030504040204" pitchFamily="34" charset="0"/>
                <a:cs typeface="Tahoma" panose="020B0604030504040204" pitchFamily="34" charset="0"/>
              </a:rPr>
              <a:t>a</a:t>
            </a:r>
            <a:r>
              <a:rPr lang="en-US" spc="459" dirty="0">
                <a:latin typeface="Tahoma" panose="020B0604030504040204" pitchFamily="34" charset="0"/>
                <a:ea typeface="Tahoma" panose="020B0604030504040204" pitchFamily="34" charset="0"/>
                <a:cs typeface="Tahoma" panose="020B0604030504040204" pitchFamily="34" charset="0"/>
              </a:rPr>
              <a:t>g</a:t>
            </a:r>
            <a:r>
              <a:rPr lang="en-US" spc="55" dirty="0">
                <a:latin typeface="Tahoma" panose="020B0604030504040204" pitchFamily="34" charset="0"/>
                <a:ea typeface="Tahoma" panose="020B0604030504040204" pitchFamily="34" charset="0"/>
                <a:cs typeface="Tahoma" panose="020B0604030504040204" pitchFamily="34" charset="0"/>
              </a:rPr>
              <a:t>e</a:t>
            </a:r>
            <a:r>
              <a:rPr lang="en-US" dirty="0">
                <a:latin typeface="Tahoma" panose="020B0604030504040204" pitchFamily="34" charset="0"/>
                <a:ea typeface="Tahoma" panose="020B0604030504040204" pitchFamily="34" charset="0"/>
                <a:cs typeface="Tahoma" panose="020B0604030504040204" pitchFamily="34" charset="0"/>
              </a:rPr>
              <a:t> </a:t>
            </a:r>
            <a:r>
              <a:rPr lang="en-US" spc="-330" dirty="0">
                <a:latin typeface="Tahoma" panose="020B0604030504040204" pitchFamily="34" charset="0"/>
                <a:ea typeface="Tahoma" panose="020B0604030504040204" pitchFamily="34" charset="0"/>
                <a:cs typeface="Tahoma" panose="020B0604030504040204" pitchFamily="34" charset="0"/>
              </a:rPr>
              <a:t> </a:t>
            </a:r>
            <a:r>
              <a:rPr lang="en-US" spc="245" dirty="0">
                <a:latin typeface="Tahoma" panose="020B0604030504040204" pitchFamily="34" charset="0"/>
                <a:ea typeface="Tahoma" panose="020B0604030504040204" pitchFamily="34" charset="0"/>
                <a:cs typeface="Tahoma" panose="020B0604030504040204" pitchFamily="34" charset="0"/>
              </a:rPr>
              <a:t>t</a:t>
            </a:r>
            <a:r>
              <a:rPr lang="en-US" spc="85" dirty="0">
                <a:latin typeface="Tahoma" panose="020B0604030504040204" pitchFamily="34" charset="0"/>
                <a:ea typeface="Tahoma" panose="020B0604030504040204" pitchFamily="34" charset="0"/>
                <a:cs typeface="Tahoma" panose="020B0604030504040204" pitchFamily="34" charset="0"/>
              </a:rPr>
              <a:t>o  </a:t>
            </a:r>
            <a:r>
              <a:rPr lang="en-US" spc="70" dirty="0">
                <a:latin typeface="Tahoma" panose="020B0604030504040204" pitchFamily="34" charset="0"/>
                <a:ea typeface="Tahoma" panose="020B0604030504040204" pitchFamily="34" charset="0"/>
                <a:cs typeface="Tahoma" panose="020B0604030504040204" pitchFamily="34" charset="0"/>
              </a:rPr>
              <a:t>computer</a:t>
            </a:r>
            <a:r>
              <a:rPr lang="en-US" spc="-125" dirty="0">
                <a:latin typeface="Tahoma" panose="020B0604030504040204" pitchFamily="34" charset="0"/>
                <a:ea typeface="Tahoma" panose="020B0604030504040204" pitchFamily="34" charset="0"/>
                <a:cs typeface="Tahoma" panose="020B0604030504040204" pitchFamily="34" charset="0"/>
              </a:rPr>
              <a:t> </a:t>
            </a:r>
            <a:r>
              <a:rPr lang="en-US" spc="65" dirty="0">
                <a:latin typeface="Tahoma" panose="020B0604030504040204" pitchFamily="34" charset="0"/>
                <a:ea typeface="Tahoma" panose="020B0604030504040204" pitchFamily="34" charset="0"/>
                <a:cs typeface="Tahoma" panose="020B0604030504040204" pitchFamily="34" charset="0"/>
              </a:rPr>
              <a:t>or</a:t>
            </a:r>
            <a:r>
              <a:rPr lang="en-US" spc="-120" dirty="0">
                <a:latin typeface="Tahoma" panose="020B0604030504040204" pitchFamily="34" charset="0"/>
                <a:ea typeface="Tahoma" panose="020B0604030504040204" pitchFamily="34" charset="0"/>
                <a:cs typeface="Tahoma" panose="020B0604030504040204" pitchFamily="34" charset="0"/>
              </a:rPr>
              <a:t> </a:t>
            </a:r>
            <a:r>
              <a:rPr lang="en-US" spc="105" dirty="0">
                <a:latin typeface="Tahoma" panose="020B0604030504040204" pitchFamily="34" charset="0"/>
                <a:ea typeface="Tahoma" panose="020B0604030504040204" pitchFamily="34" charset="0"/>
                <a:cs typeface="Tahoma" panose="020B0604030504040204" pitchFamily="34" charset="0"/>
              </a:rPr>
              <a:t>data</a:t>
            </a:r>
            <a:r>
              <a:rPr lang="en-US" spc="-120" dirty="0">
                <a:latin typeface="Tahoma" panose="020B0604030504040204" pitchFamily="34" charset="0"/>
                <a:ea typeface="Tahoma" panose="020B0604030504040204" pitchFamily="34" charset="0"/>
                <a:cs typeface="Tahoma" panose="020B0604030504040204" pitchFamily="34" charset="0"/>
              </a:rPr>
              <a:t> </a:t>
            </a:r>
            <a:r>
              <a:rPr lang="en-US" spc="45" dirty="0">
                <a:latin typeface="Tahoma" panose="020B0604030504040204" pitchFamily="34" charset="0"/>
                <a:ea typeface="Tahoma" panose="020B0604030504040204" pitchFamily="34" charset="0"/>
                <a:cs typeface="Tahoma" panose="020B0604030504040204" pitchFamily="34" charset="0"/>
              </a:rPr>
              <a:t>stored</a:t>
            </a:r>
            <a:r>
              <a:rPr lang="en-US" spc="-120" dirty="0">
                <a:latin typeface="Tahoma" panose="020B0604030504040204" pitchFamily="34" charset="0"/>
                <a:ea typeface="Tahoma" panose="020B0604030504040204" pitchFamily="34" charset="0"/>
                <a:cs typeface="Tahoma" panose="020B0604030504040204" pitchFamily="34" charset="0"/>
              </a:rPr>
              <a:t> </a:t>
            </a:r>
            <a:r>
              <a:rPr lang="en-US" spc="-15" dirty="0">
                <a:latin typeface="Tahoma" panose="020B0604030504040204" pitchFamily="34" charset="0"/>
                <a:ea typeface="Tahoma" panose="020B0604030504040204" pitchFamily="34" charset="0"/>
                <a:cs typeface="Tahoma" panose="020B0604030504040204" pitchFamily="34" charset="0"/>
              </a:rPr>
              <a:t>in</a:t>
            </a:r>
            <a:r>
              <a:rPr lang="en-US" spc="-120" dirty="0">
                <a:latin typeface="Tahoma" panose="020B0604030504040204" pitchFamily="34" charset="0"/>
                <a:ea typeface="Tahoma" panose="020B0604030504040204" pitchFamily="34" charset="0"/>
                <a:cs typeface="Tahoma" panose="020B0604030504040204" pitchFamily="34" charset="0"/>
              </a:rPr>
              <a:t> </a:t>
            </a:r>
            <a:r>
              <a:rPr lang="en-US" spc="-165" dirty="0">
                <a:latin typeface="Tahoma" panose="020B0604030504040204" pitchFamily="34" charset="0"/>
                <a:ea typeface="Tahoma" panose="020B0604030504040204" pitchFamily="34" charset="0"/>
                <a:cs typeface="Tahoma" panose="020B0604030504040204" pitchFamily="34" charset="0"/>
              </a:rPr>
              <a:t>it.</a:t>
            </a:r>
            <a:endParaRPr lang="en-US" dirty="0">
              <a:latin typeface="Tahoma" panose="020B0604030504040204" pitchFamily="34" charset="0"/>
              <a:ea typeface="Tahoma" panose="020B0604030504040204" pitchFamily="34" charset="0"/>
              <a:cs typeface="Tahoma" panose="020B0604030504040204" pitchFamily="34" charset="0"/>
            </a:endParaRPr>
          </a:p>
          <a:p>
            <a:pPr marL="286385" marR="5080" indent="-274320" algn="just">
              <a:lnSpc>
                <a:spcPct val="100000"/>
              </a:lnSpc>
              <a:spcBef>
                <a:spcPts val="620"/>
              </a:spcBef>
              <a:buClr>
                <a:srgbClr val="0AD0D9"/>
              </a:buClr>
              <a:buSzPct val="94230"/>
              <a:buFont typeface="Segoe UI Symbol"/>
              <a:buChar char="⚫"/>
              <a:tabLst>
                <a:tab pos="415290" algn="l"/>
              </a:tabLst>
            </a:pPr>
            <a:r>
              <a:rPr lang="en-US" dirty="0">
                <a:latin typeface="Tahoma" panose="020B0604030504040204" pitchFamily="34" charset="0"/>
                <a:ea typeface="Tahoma" panose="020B0604030504040204" pitchFamily="34" charset="0"/>
                <a:cs typeface="Tahoma" panose="020B0604030504040204" pitchFamily="34" charset="0"/>
              </a:rPr>
              <a:t>	</a:t>
            </a:r>
            <a:r>
              <a:rPr lang="en-US" spc="70" dirty="0">
                <a:latin typeface="Tahoma" panose="020B0604030504040204" pitchFamily="34" charset="0"/>
                <a:ea typeface="Tahoma" panose="020B0604030504040204" pitchFamily="34" charset="0"/>
                <a:cs typeface="Tahoma" panose="020B0604030504040204" pitchFamily="34" charset="0"/>
              </a:rPr>
              <a:t>So</a:t>
            </a:r>
            <a:r>
              <a:rPr lang="en-US" spc="-40" dirty="0">
                <a:latin typeface="Tahoma" panose="020B0604030504040204" pitchFamily="34" charset="0"/>
                <a:ea typeface="Tahoma" panose="020B0604030504040204" pitchFamily="34" charset="0"/>
                <a:cs typeface="Tahoma" panose="020B0604030504040204" pitchFamily="34" charset="0"/>
              </a:rPr>
              <a:t> </a:t>
            </a:r>
            <a:r>
              <a:rPr lang="en-US" spc="185" dirty="0">
                <a:latin typeface="Tahoma" panose="020B0604030504040204" pitchFamily="34" charset="0"/>
                <a:ea typeface="Tahoma" panose="020B0604030504040204" pitchFamily="34" charset="0"/>
                <a:cs typeface="Tahoma" panose="020B0604030504040204" pitchFamily="34" charset="0"/>
              </a:rPr>
              <a:t>a</a:t>
            </a:r>
            <a:r>
              <a:rPr lang="en-US" spc="-40" dirty="0">
                <a:latin typeface="Tahoma" panose="020B0604030504040204" pitchFamily="34" charset="0"/>
                <a:ea typeface="Tahoma" panose="020B0604030504040204" pitchFamily="34" charset="0"/>
                <a:cs typeface="Tahoma" panose="020B0604030504040204" pitchFamily="34" charset="0"/>
              </a:rPr>
              <a:t> </a:t>
            </a:r>
            <a:r>
              <a:rPr lang="en-US" spc="105" dirty="0">
                <a:latin typeface="Tahoma" panose="020B0604030504040204" pitchFamily="34" charset="0"/>
                <a:ea typeface="Tahoma" panose="020B0604030504040204" pitchFamily="34" charset="0"/>
                <a:cs typeface="Tahoma" panose="020B0604030504040204" pitchFamily="34" charset="0"/>
              </a:rPr>
              <a:t>computer</a:t>
            </a:r>
            <a:r>
              <a:rPr lang="en-US" spc="-40" dirty="0">
                <a:latin typeface="Tahoma" panose="020B0604030504040204" pitchFamily="34" charset="0"/>
                <a:ea typeface="Tahoma" panose="020B0604030504040204" pitchFamily="34" charset="0"/>
                <a:cs typeface="Tahoma" panose="020B0604030504040204" pitchFamily="34" charset="0"/>
              </a:rPr>
              <a:t> </a:t>
            </a:r>
            <a:r>
              <a:rPr lang="en-US" spc="105" dirty="0">
                <a:latin typeface="Tahoma" panose="020B0604030504040204" pitchFamily="34" charset="0"/>
                <a:ea typeface="Tahoma" panose="020B0604030504040204" pitchFamily="34" charset="0"/>
                <a:cs typeface="Tahoma" panose="020B0604030504040204" pitchFamily="34" charset="0"/>
              </a:rPr>
              <a:t>system</a:t>
            </a:r>
            <a:r>
              <a:rPr lang="en-US" spc="-35" dirty="0">
                <a:latin typeface="Tahoma" panose="020B0604030504040204" pitchFamily="34" charset="0"/>
                <a:ea typeface="Tahoma" panose="020B0604030504040204" pitchFamily="34" charset="0"/>
                <a:cs typeface="Tahoma" panose="020B0604030504040204" pitchFamily="34" charset="0"/>
              </a:rPr>
              <a:t> </a:t>
            </a:r>
            <a:r>
              <a:rPr lang="en-US" spc="75" dirty="0">
                <a:latin typeface="Tahoma" panose="020B0604030504040204" pitchFamily="34" charset="0"/>
                <a:ea typeface="Tahoma" panose="020B0604030504040204" pitchFamily="34" charset="0"/>
                <a:cs typeface="Tahoma" panose="020B0604030504040204" pitchFamily="34" charset="0"/>
              </a:rPr>
              <a:t>must</a:t>
            </a:r>
            <a:r>
              <a:rPr lang="en-US" spc="-40" dirty="0">
                <a:latin typeface="Tahoma" panose="020B0604030504040204" pitchFamily="34" charset="0"/>
                <a:ea typeface="Tahoma" panose="020B0604030504040204" pitchFamily="34" charset="0"/>
                <a:cs typeface="Tahoma" panose="020B0604030504040204" pitchFamily="34" charset="0"/>
              </a:rPr>
              <a:t> </a:t>
            </a:r>
            <a:r>
              <a:rPr lang="en-US" spc="100" dirty="0">
                <a:latin typeface="Tahoma" panose="020B0604030504040204" pitchFamily="34" charset="0"/>
                <a:ea typeface="Tahoma" panose="020B0604030504040204" pitchFamily="34" charset="0"/>
                <a:cs typeface="Tahoma" panose="020B0604030504040204" pitchFamily="34" charset="0"/>
              </a:rPr>
              <a:t>be</a:t>
            </a:r>
            <a:r>
              <a:rPr lang="en-US" spc="-30" dirty="0">
                <a:latin typeface="Tahoma" panose="020B0604030504040204" pitchFamily="34" charset="0"/>
                <a:ea typeface="Tahoma" panose="020B0604030504040204" pitchFamily="34" charset="0"/>
                <a:cs typeface="Tahoma" panose="020B0604030504040204" pitchFamily="34" charset="0"/>
              </a:rPr>
              <a:t> </a:t>
            </a:r>
            <a:r>
              <a:rPr lang="en-US" spc="90" dirty="0">
                <a:latin typeface="Tahoma" panose="020B0604030504040204" pitchFamily="34" charset="0"/>
                <a:ea typeface="Tahoma" panose="020B0604030504040204" pitchFamily="34" charset="0"/>
                <a:cs typeface="Tahoma" panose="020B0604030504040204" pitchFamily="34" charset="0"/>
              </a:rPr>
              <a:t>protected</a:t>
            </a:r>
            <a:r>
              <a:rPr lang="en-US" spc="-30" dirty="0">
                <a:latin typeface="Tahoma" panose="020B0604030504040204" pitchFamily="34" charset="0"/>
                <a:ea typeface="Tahoma" panose="020B0604030504040204" pitchFamily="34" charset="0"/>
                <a:cs typeface="Tahoma" panose="020B0604030504040204" pitchFamily="34" charset="0"/>
              </a:rPr>
              <a:t> </a:t>
            </a:r>
            <a:r>
              <a:rPr lang="en-US" spc="105" dirty="0">
                <a:latin typeface="Tahoma" panose="020B0604030504040204" pitchFamily="34" charset="0"/>
                <a:ea typeface="Tahoma" panose="020B0604030504040204" pitchFamily="34" charset="0"/>
                <a:cs typeface="Tahoma" panose="020B0604030504040204" pitchFamily="34" charset="0"/>
              </a:rPr>
              <a:t>against </a:t>
            </a:r>
            <a:r>
              <a:rPr lang="en-US" spc="-800" dirty="0">
                <a:latin typeface="Tahoma" panose="020B0604030504040204" pitchFamily="34" charset="0"/>
                <a:ea typeface="Tahoma" panose="020B0604030504040204" pitchFamily="34" charset="0"/>
                <a:cs typeface="Tahoma" panose="020B0604030504040204" pitchFamily="34" charset="0"/>
              </a:rPr>
              <a:t> </a:t>
            </a:r>
            <a:r>
              <a:rPr lang="en-US" spc="114" dirty="0">
                <a:latin typeface="Tahoma" panose="020B0604030504040204" pitchFamily="34" charset="0"/>
                <a:ea typeface="Tahoma" panose="020B0604030504040204" pitchFamily="34" charset="0"/>
                <a:cs typeface="Tahoma" panose="020B0604030504040204" pitchFamily="34" charset="0"/>
              </a:rPr>
              <a:t>unauthorized</a:t>
            </a:r>
            <a:r>
              <a:rPr lang="en-US" spc="40" dirty="0">
                <a:latin typeface="Tahoma" panose="020B0604030504040204" pitchFamily="34" charset="0"/>
                <a:ea typeface="Tahoma" panose="020B0604030504040204" pitchFamily="34" charset="0"/>
                <a:cs typeface="Tahoma" panose="020B0604030504040204" pitchFamily="34" charset="0"/>
              </a:rPr>
              <a:t> </a:t>
            </a:r>
            <a:r>
              <a:rPr lang="en-US" spc="100" dirty="0">
                <a:latin typeface="Tahoma" panose="020B0604030504040204" pitchFamily="34" charset="0"/>
                <a:ea typeface="Tahoma" panose="020B0604030504040204" pitchFamily="34" charset="0"/>
                <a:cs typeface="Tahoma" panose="020B0604030504040204" pitchFamily="34" charset="0"/>
              </a:rPr>
              <a:t>access,</a:t>
            </a:r>
            <a:r>
              <a:rPr lang="en-US" spc="50" dirty="0">
                <a:latin typeface="Tahoma" panose="020B0604030504040204" pitchFamily="34" charset="0"/>
                <a:ea typeface="Tahoma" panose="020B0604030504040204" pitchFamily="34" charset="0"/>
                <a:cs typeface="Tahoma" panose="020B0604030504040204" pitchFamily="34" charset="0"/>
              </a:rPr>
              <a:t> </a:t>
            </a:r>
            <a:r>
              <a:rPr lang="en-US" spc="125" dirty="0">
                <a:latin typeface="Tahoma" panose="020B0604030504040204" pitchFamily="34" charset="0"/>
                <a:ea typeface="Tahoma" panose="020B0604030504040204" pitchFamily="34" charset="0"/>
                <a:cs typeface="Tahoma" panose="020B0604030504040204" pitchFamily="34" charset="0"/>
              </a:rPr>
              <a:t>malicious</a:t>
            </a:r>
            <a:r>
              <a:rPr lang="en-US" spc="50" dirty="0">
                <a:latin typeface="Tahoma" panose="020B0604030504040204" pitchFamily="34" charset="0"/>
                <a:ea typeface="Tahoma" panose="020B0604030504040204" pitchFamily="34" charset="0"/>
                <a:cs typeface="Tahoma" panose="020B0604030504040204" pitchFamily="34" charset="0"/>
              </a:rPr>
              <a:t> </a:t>
            </a:r>
            <a:r>
              <a:rPr lang="en-US" spc="165" dirty="0">
                <a:latin typeface="Tahoma" panose="020B0604030504040204" pitchFamily="34" charset="0"/>
                <a:ea typeface="Tahoma" panose="020B0604030504040204" pitchFamily="34" charset="0"/>
                <a:cs typeface="Tahoma" panose="020B0604030504040204" pitchFamily="34" charset="0"/>
              </a:rPr>
              <a:t>access</a:t>
            </a:r>
            <a:r>
              <a:rPr lang="en-US" spc="55" dirty="0">
                <a:latin typeface="Tahoma" panose="020B0604030504040204" pitchFamily="34" charset="0"/>
                <a:ea typeface="Tahoma" panose="020B0604030504040204" pitchFamily="34" charset="0"/>
                <a:cs typeface="Tahoma" panose="020B0604030504040204" pitchFamily="34" charset="0"/>
              </a:rPr>
              <a:t> </a:t>
            </a:r>
            <a:r>
              <a:rPr lang="en-US" spc="75" dirty="0">
                <a:latin typeface="Tahoma" panose="020B0604030504040204" pitchFamily="34" charset="0"/>
                <a:ea typeface="Tahoma" panose="020B0604030504040204" pitchFamily="34" charset="0"/>
                <a:cs typeface="Tahoma" panose="020B0604030504040204" pitchFamily="34" charset="0"/>
              </a:rPr>
              <a:t>to</a:t>
            </a:r>
            <a:r>
              <a:rPr lang="en-US" spc="55" dirty="0">
                <a:latin typeface="Tahoma" panose="020B0604030504040204" pitchFamily="34" charset="0"/>
                <a:ea typeface="Tahoma" panose="020B0604030504040204" pitchFamily="34" charset="0"/>
                <a:cs typeface="Tahoma" panose="020B0604030504040204" pitchFamily="34" charset="0"/>
              </a:rPr>
              <a:t> </a:t>
            </a:r>
            <a:r>
              <a:rPr lang="en-US" spc="140" dirty="0">
                <a:latin typeface="Tahoma" panose="020B0604030504040204" pitchFamily="34" charset="0"/>
                <a:ea typeface="Tahoma" panose="020B0604030504040204" pitchFamily="34" charset="0"/>
                <a:cs typeface="Tahoma" panose="020B0604030504040204" pitchFamily="34" charset="0"/>
              </a:rPr>
              <a:t>system </a:t>
            </a:r>
            <a:r>
              <a:rPr lang="en-US" spc="-800" dirty="0">
                <a:latin typeface="Tahoma" panose="020B0604030504040204" pitchFamily="34" charset="0"/>
                <a:ea typeface="Tahoma" panose="020B0604030504040204" pitchFamily="34" charset="0"/>
                <a:cs typeface="Tahoma" panose="020B0604030504040204" pitchFamily="34" charset="0"/>
              </a:rPr>
              <a:t> </a:t>
            </a:r>
            <a:r>
              <a:rPr lang="en-US" spc="50" dirty="0">
                <a:latin typeface="Tahoma" panose="020B0604030504040204" pitchFamily="34" charset="0"/>
                <a:ea typeface="Tahoma" panose="020B0604030504040204" pitchFamily="34" charset="0"/>
                <a:cs typeface="Tahoma" panose="020B0604030504040204" pitchFamily="34" charset="0"/>
              </a:rPr>
              <a:t>memory,</a:t>
            </a:r>
            <a:r>
              <a:rPr lang="en-US" spc="-120" dirty="0">
                <a:latin typeface="Tahoma" panose="020B0604030504040204" pitchFamily="34" charset="0"/>
                <a:ea typeface="Tahoma" panose="020B0604030504040204" pitchFamily="34" charset="0"/>
                <a:cs typeface="Tahoma" panose="020B0604030504040204" pitchFamily="34" charset="0"/>
              </a:rPr>
              <a:t> </a:t>
            </a:r>
            <a:r>
              <a:rPr lang="en-US" spc="-25" dirty="0">
                <a:latin typeface="Tahoma" panose="020B0604030504040204" pitchFamily="34" charset="0"/>
                <a:ea typeface="Tahoma" panose="020B0604030504040204" pitchFamily="34" charset="0"/>
                <a:cs typeface="Tahoma" panose="020B0604030504040204" pitchFamily="34" charset="0"/>
              </a:rPr>
              <a:t>viruses,</a:t>
            </a:r>
            <a:r>
              <a:rPr lang="en-US" spc="-114" dirty="0">
                <a:latin typeface="Tahoma" panose="020B0604030504040204" pitchFamily="34" charset="0"/>
                <a:ea typeface="Tahoma" panose="020B0604030504040204" pitchFamily="34" charset="0"/>
                <a:cs typeface="Tahoma" panose="020B0604030504040204" pitchFamily="34" charset="0"/>
              </a:rPr>
              <a:t> </a:t>
            </a:r>
            <a:r>
              <a:rPr lang="en-US" spc="70" dirty="0">
                <a:latin typeface="Tahoma" panose="020B0604030504040204" pitchFamily="34" charset="0"/>
                <a:ea typeface="Tahoma" panose="020B0604030504040204" pitchFamily="34" charset="0"/>
                <a:cs typeface="Tahoma" panose="020B0604030504040204" pitchFamily="34" charset="0"/>
              </a:rPr>
              <a:t>worms</a:t>
            </a:r>
            <a:r>
              <a:rPr lang="en-US" spc="-114" dirty="0">
                <a:latin typeface="Tahoma" panose="020B0604030504040204" pitchFamily="34" charset="0"/>
                <a:ea typeface="Tahoma" panose="020B0604030504040204" pitchFamily="34" charset="0"/>
                <a:cs typeface="Tahoma" panose="020B0604030504040204" pitchFamily="34" charset="0"/>
              </a:rPr>
              <a:t> </a:t>
            </a:r>
            <a:r>
              <a:rPr lang="en-US" spc="-65" dirty="0">
                <a:latin typeface="Tahoma" panose="020B0604030504040204" pitchFamily="34" charset="0"/>
                <a:ea typeface="Tahoma" panose="020B0604030504040204" pitchFamily="34" charset="0"/>
                <a:cs typeface="Tahoma" panose="020B0604030504040204" pitchFamily="34" charset="0"/>
              </a:rPr>
              <a:t>etc.</a:t>
            </a:r>
            <a:endParaRPr lang="en-US" dirty="0">
              <a:latin typeface="Tahoma" panose="020B0604030504040204" pitchFamily="34" charset="0"/>
              <a:ea typeface="Tahoma" panose="020B0604030504040204" pitchFamily="34" charset="0"/>
              <a:cs typeface="Tahoma" panose="020B0604030504040204" pitchFamily="34" charset="0"/>
            </a:endParaRPr>
          </a:p>
          <a:p>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942588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4EB1C-410D-5CF6-C118-A0538890A15A}"/>
              </a:ext>
            </a:extLst>
          </p:cNvPr>
          <p:cNvSpPr>
            <a:spLocks noGrp="1"/>
          </p:cNvSpPr>
          <p:nvPr>
            <p:ph type="title"/>
          </p:nvPr>
        </p:nvSpPr>
        <p:spPr/>
        <p:txBody>
          <a:bodyPr/>
          <a:lstStyle/>
          <a:p>
            <a:r>
              <a:rPr lang="en-US" b="1" dirty="0"/>
              <a:t>Security Problem</a:t>
            </a:r>
          </a:p>
        </p:txBody>
      </p:sp>
      <p:sp>
        <p:nvSpPr>
          <p:cNvPr id="3" name="Content Placeholder 2">
            <a:extLst>
              <a:ext uri="{FF2B5EF4-FFF2-40B4-BE49-F238E27FC236}">
                <a16:creationId xmlns:a16="http://schemas.microsoft.com/office/drawing/2014/main" id="{81BFFA7A-29CD-1134-F314-908ABD8B63F5}"/>
              </a:ext>
            </a:extLst>
          </p:cNvPr>
          <p:cNvSpPr>
            <a:spLocks noGrp="1"/>
          </p:cNvSpPr>
          <p:nvPr>
            <p:ph idx="1"/>
          </p:nvPr>
        </p:nvSpPr>
        <p:spPr/>
        <p:txBody>
          <a:bodyPr>
            <a:normAutofit/>
          </a:bodyPr>
          <a:lstStyle/>
          <a:p>
            <a:pPr marL="286385" marR="5080" indent="-274320" algn="just">
              <a:lnSpc>
                <a:spcPct val="100000"/>
              </a:lnSpc>
              <a:spcBef>
                <a:spcPts val="100"/>
              </a:spcBef>
              <a:buClr>
                <a:srgbClr val="0AD0D9"/>
              </a:buClr>
              <a:buSzPct val="93750"/>
              <a:buFont typeface="Wingdings"/>
              <a:buChar char=""/>
              <a:tabLst>
                <a:tab pos="287020" algn="l"/>
              </a:tabLst>
            </a:pPr>
            <a:r>
              <a:rPr lang="en-US" sz="2400" spc="65" dirty="0">
                <a:latin typeface="Tahoma"/>
                <a:cs typeface="Tahoma"/>
              </a:rPr>
              <a:t>The</a:t>
            </a:r>
            <a:r>
              <a:rPr lang="en-US" sz="2400" spc="15" dirty="0">
                <a:latin typeface="Tahoma"/>
                <a:cs typeface="Tahoma"/>
              </a:rPr>
              <a:t> </a:t>
            </a:r>
            <a:r>
              <a:rPr lang="en-US" sz="2400" spc="110" dirty="0">
                <a:latin typeface="Tahoma"/>
                <a:cs typeface="Tahoma"/>
              </a:rPr>
              <a:t>operating</a:t>
            </a:r>
            <a:r>
              <a:rPr lang="en-US" sz="2400" spc="20" dirty="0">
                <a:latin typeface="Tahoma"/>
                <a:cs typeface="Tahoma"/>
              </a:rPr>
              <a:t> </a:t>
            </a:r>
            <a:r>
              <a:rPr lang="en-US" sz="2400" spc="114" dirty="0">
                <a:latin typeface="Tahoma"/>
                <a:cs typeface="Tahoma"/>
              </a:rPr>
              <a:t>system</a:t>
            </a:r>
            <a:r>
              <a:rPr lang="en-US" sz="2400" spc="20" dirty="0">
                <a:latin typeface="Tahoma"/>
                <a:cs typeface="Tahoma"/>
              </a:rPr>
              <a:t> </a:t>
            </a:r>
            <a:r>
              <a:rPr lang="en-US" sz="2400" spc="145" dirty="0">
                <a:latin typeface="Tahoma"/>
                <a:cs typeface="Tahoma"/>
              </a:rPr>
              <a:t>can</a:t>
            </a:r>
            <a:r>
              <a:rPr lang="en-US" sz="2400" spc="25" dirty="0">
                <a:latin typeface="Tahoma"/>
                <a:cs typeface="Tahoma"/>
              </a:rPr>
              <a:t> </a:t>
            </a:r>
            <a:r>
              <a:rPr lang="en-US" sz="2400" spc="90" dirty="0">
                <a:latin typeface="Tahoma"/>
                <a:cs typeface="Tahoma"/>
              </a:rPr>
              <a:t>allow</a:t>
            </a:r>
            <a:r>
              <a:rPr lang="en-US" sz="2400" spc="15" dirty="0">
                <a:latin typeface="Tahoma"/>
                <a:cs typeface="Tahoma"/>
              </a:rPr>
              <a:t> </a:t>
            </a:r>
            <a:r>
              <a:rPr lang="en-US" sz="2400" spc="80" dirty="0">
                <a:latin typeface="Tahoma"/>
                <a:cs typeface="Tahoma"/>
              </a:rPr>
              <a:t>users</a:t>
            </a:r>
            <a:r>
              <a:rPr lang="en-US" sz="2400" spc="30" dirty="0">
                <a:latin typeface="Tahoma"/>
                <a:cs typeface="Tahoma"/>
              </a:rPr>
              <a:t> </a:t>
            </a:r>
            <a:r>
              <a:rPr lang="en-US" sz="2400" spc="65" dirty="0">
                <a:latin typeface="Tahoma"/>
                <a:cs typeface="Tahoma"/>
              </a:rPr>
              <a:t>to</a:t>
            </a:r>
            <a:r>
              <a:rPr lang="en-US" sz="2400" spc="35" dirty="0">
                <a:latin typeface="Tahoma"/>
                <a:cs typeface="Tahoma"/>
              </a:rPr>
              <a:t> </a:t>
            </a:r>
            <a:r>
              <a:rPr lang="en-US" sz="2400" spc="95" dirty="0">
                <a:latin typeface="Tahoma"/>
                <a:cs typeface="Tahoma"/>
              </a:rPr>
              <a:t>protect</a:t>
            </a:r>
            <a:r>
              <a:rPr lang="en-US" sz="2400" spc="35" dirty="0">
                <a:latin typeface="Tahoma"/>
                <a:cs typeface="Tahoma"/>
              </a:rPr>
              <a:t> </a:t>
            </a:r>
            <a:r>
              <a:rPr lang="en-US" sz="2400" spc="45" dirty="0">
                <a:latin typeface="Tahoma"/>
                <a:cs typeface="Tahoma"/>
              </a:rPr>
              <a:t>their </a:t>
            </a:r>
            <a:r>
              <a:rPr lang="en-US" sz="2400" spc="-740" dirty="0">
                <a:latin typeface="Tahoma"/>
                <a:cs typeface="Tahoma"/>
              </a:rPr>
              <a:t> </a:t>
            </a:r>
            <a:r>
              <a:rPr lang="en-US" sz="2400" spc="225" dirty="0">
                <a:latin typeface="Tahoma"/>
                <a:cs typeface="Tahoma"/>
              </a:rPr>
              <a:t>r</a:t>
            </a:r>
            <a:r>
              <a:rPr lang="en-US" sz="2400" spc="254" dirty="0">
                <a:latin typeface="Tahoma"/>
                <a:cs typeface="Tahoma"/>
              </a:rPr>
              <a:t>e</a:t>
            </a:r>
            <a:r>
              <a:rPr lang="en-US" sz="2400" spc="245" dirty="0">
                <a:latin typeface="Tahoma"/>
                <a:cs typeface="Tahoma"/>
              </a:rPr>
              <a:t>s</a:t>
            </a:r>
            <a:r>
              <a:rPr lang="en-US" sz="2400" spc="320" dirty="0">
                <a:latin typeface="Tahoma"/>
                <a:cs typeface="Tahoma"/>
              </a:rPr>
              <a:t>o</a:t>
            </a:r>
            <a:r>
              <a:rPr lang="en-US" sz="2400" spc="215" dirty="0">
                <a:latin typeface="Tahoma"/>
                <a:cs typeface="Tahoma"/>
              </a:rPr>
              <a:t>u</a:t>
            </a:r>
            <a:r>
              <a:rPr lang="en-US" sz="2400" spc="225" dirty="0">
                <a:latin typeface="Tahoma"/>
                <a:cs typeface="Tahoma"/>
              </a:rPr>
              <a:t>r</a:t>
            </a:r>
            <a:r>
              <a:rPr lang="en-US" sz="2400" spc="325" dirty="0">
                <a:latin typeface="Tahoma"/>
                <a:cs typeface="Tahoma"/>
              </a:rPr>
              <a:t>c</a:t>
            </a:r>
            <a:r>
              <a:rPr lang="en-US" sz="2400" spc="254" dirty="0">
                <a:latin typeface="Tahoma"/>
                <a:cs typeface="Tahoma"/>
              </a:rPr>
              <a:t>e</a:t>
            </a:r>
            <a:r>
              <a:rPr lang="en-US" sz="2400" spc="245" dirty="0">
                <a:latin typeface="Tahoma"/>
                <a:cs typeface="Tahoma"/>
              </a:rPr>
              <a:t>s</a:t>
            </a:r>
            <a:r>
              <a:rPr lang="en-US" sz="2400" spc="-350" dirty="0">
                <a:latin typeface="Tahoma"/>
                <a:cs typeface="Tahoma"/>
              </a:rPr>
              <a:t>.</a:t>
            </a:r>
            <a:r>
              <a:rPr lang="en-US" sz="2400" spc="320" dirty="0">
                <a:latin typeface="Tahoma"/>
                <a:cs typeface="Tahoma"/>
              </a:rPr>
              <a:t> </a:t>
            </a:r>
            <a:r>
              <a:rPr lang="en-US" sz="2400" spc="380" dirty="0">
                <a:latin typeface="Tahoma"/>
                <a:cs typeface="Tahoma"/>
              </a:rPr>
              <a:t>W</a:t>
            </a:r>
            <a:r>
              <a:rPr lang="en-US" sz="2400" spc="50" dirty="0">
                <a:latin typeface="Tahoma"/>
                <a:cs typeface="Tahoma"/>
              </a:rPr>
              <a:t>e</a:t>
            </a:r>
            <a:r>
              <a:rPr lang="en-US" sz="2400" spc="315" dirty="0">
                <a:latin typeface="Tahoma"/>
                <a:cs typeface="Tahoma"/>
              </a:rPr>
              <a:t> </a:t>
            </a:r>
            <a:r>
              <a:rPr lang="en-US" sz="2400" spc="245" dirty="0">
                <a:latin typeface="Tahoma"/>
                <a:cs typeface="Tahoma"/>
              </a:rPr>
              <a:t>s</a:t>
            </a:r>
            <a:r>
              <a:rPr lang="en-US" sz="2400" spc="375" dirty="0">
                <a:latin typeface="Tahoma"/>
                <a:cs typeface="Tahoma"/>
              </a:rPr>
              <a:t>a</a:t>
            </a:r>
            <a:r>
              <a:rPr lang="en-US" sz="2400" spc="150" dirty="0">
                <a:latin typeface="Tahoma"/>
                <a:cs typeface="Tahoma"/>
              </a:rPr>
              <a:t>y</a:t>
            </a:r>
            <a:r>
              <a:rPr lang="en-US" sz="2400" spc="320" dirty="0">
                <a:latin typeface="Tahoma"/>
                <a:cs typeface="Tahoma"/>
              </a:rPr>
              <a:t> </a:t>
            </a:r>
            <a:r>
              <a:rPr lang="en-US" sz="2400" spc="165" dirty="0">
                <a:latin typeface="Tahoma"/>
                <a:cs typeface="Tahoma"/>
              </a:rPr>
              <a:t>t</a:t>
            </a:r>
            <a:r>
              <a:rPr lang="en-US" sz="2400" spc="220" dirty="0">
                <a:latin typeface="Tahoma"/>
                <a:cs typeface="Tahoma"/>
              </a:rPr>
              <a:t>h</a:t>
            </a:r>
            <a:r>
              <a:rPr lang="en-US" sz="2400" spc="375" dirty="0">
                <a:latin typeface="Tahoma"/>
                <a:cs typeface="Tahoma"/>
              </a:rPr>
              <a:t>a</a:t>
            </a:r>
            <a:r>
              <a:rPr lang="en-US" sz="2400" spc="-45" dirty="0">
                <a:latin typeface="Tahoma"/>
                <a:cs typeface="Tahoma"/>
              </a:rPr>
              <a:t>t</a:t>
            </a:r>
            <a:r>
              <a:rPr lang="en-US" sz="2400" spc="320" dirty="0">
                <a:latin typeface="Tahoma"/>
                <a:cs typeface="Tahoma"/>
              </a:rPr>
              <a:t> </a:t>
            </a:r>
            <a:r>
              <a:rPr lang="en-US" sz="2400" spc="165" dirty="0">
                <a:latin typeface="Tahoma"/>
                <a:cs typeface="Tahoma"/>
              </a:rPr>
              <a:t>a</a:t>
            </a:r>
            <a:r>
              <a:rPr lang="en-US" sz="2400" dirty="0">
                <a:latin typeface="Tahoma"/>
                <a:cs typeface="Tahoma"/>
              </a:rPr>
              <a:t> </a:t>
            </a:r>
            <a:r>
              <a:rPr lang="en-US" sz="2400" spc="245" dirty="0">
                <a:latin typeface="Tahoma"/>
                <a:cs typeface="Tahoma"/>
              </a:rPr>
              <a:t>s</a:t>
            </a:r>
            <a:r>
              <a:rPr lang="en-US" sz="2400" spc="360" dirty="0">
                <a:latin typeface="Tahoma"/>
                <a:cs typeface="Tahoma"/>
              </a:rPr>
              <a:t>y</a:t>
            </a:r>
            <a:r>
              <a:rPr lang="en-US" sz="2400" spc="245" dirty="0">
                <a:latin typeface="Tahoma"/>
                <a:cs typeface="Tahoma"/>
              </a:rPr>
              <a:t>s</a:t>
            </a:r>
            <a:r>
              <a:rPr lang="en-US" sz="2400" spc="165" dirty="0">
                <a:latin typeface="Tahoma"/>
                <a:cs typeface="Tahoma"/>
              </a:rPr>
              <a:t>t</a:t>
            </a:r>
            <a:r>
              <a:rPr lang="en-US" sz="2400" spc="254" dirty="0">
                <a:latin typeface="Tahoma"/>
                <a:cs typeface="Tahoma"/>
              </a:rPr>
              <a:t>e</a:t>
            </a:r>
            <a:r>
              <a:rPr lang="en-US" sz="2400" spc="165" dirty="0">
                <a:latin typeface="Tahoma"/>
                <a:cs typeface="Tahoma"/>
              </a:rPr>
              <a:t>m</a:t>
            </a:r>
            <a:r>
              <a:rPr lang="en-US" sz="2400" spc="315" dirty="0">
                <a:latin typeface="Tahoma"/>
                <a:cs typeface="Tahoma"/>
              </a:rPr>
              <a:t> </a:t>
            </a:r>
            <a:r>
              <a:rPr lang="en-US" sz="2400" spc="155" dirty="0">
                <a:latin typeface="Tahoma"/>
                <a:cs typeface="Tahoma"/>
              </a:rPr>
              <a:t>i</a:t>
            </a:r>
            <a:r>
              <a:rPr lang="en-US" sz="2400" spc="40" dirty="0">
                <a:latin typeface="Tahoma"/>
                <a:cs typeface="Tahoma"/>
              </a:rPr>
              <a:t>s</a:t>
            </a:r>
            <a:r>
              <a:rPr lang="en-US" sz="2400" spc="315" dirty="0">
                <a:latin typeface="Tahoma"/>
                <a:cs typeface="Tahoma"/>
              </a:rPr>
              <a:t> </a:t>
            </a:r>
            <a:r>
              <a:rPr lang="en-US" sz="2400" spc="245" dirty="0">
                <a:latin typeface="Tahoma"/>
                <a:cs typeface="Tahoma"/>
              </a:rPr>
              <a:t>s</a:t>
            </a:r>
            <a:r>
              <a:rPr lang="en-US" sz="2400" spc="254" dirty="0">
                <a:latin typeface="Tahoma"/>
                <a:cs typeface="Tahoma"/>
              </a:rPr>
              <a:t>e</a:t>
            </a:r>
            <a:r>
              <a:rPr lang="en-US" sz="2400" spc="325" dirty="0">
                <a:latin typeface="Tahoma"/>
                <a:cs typeface="Tahoma"/>
              </a:rPr>
              <a:t>c</a:t>
            </a:r>
            <a:r>
              <a:rPr lang="en-US" sz="2400" spc="215" dirty="0">
                <a:latin typeface="Tahoma"/>
                <a:cs typeface="Tahoma"/>
              </a:rPr>
              <a:t>u</a:t>
            </a:r>
            <a:r>
              <a:rPr lang="en-US" sz="2400" spc="225" dirty="0">
                <a:latin typeface="Tahoma"/>
                <a:cs typeface="Tahoma"/>
              </a:rPr>
              <a:t>r</a:t>
            </a:r>
            <a:r>
              <a:rPr lang="en-US" sz="2400" spc="50" dirty="0">
                <a:latin typeface="Tahoma"/>
                <a:cs typeface="Tahoma"/>
              </a:rPr>
              <a:t>e</a:t>
            </a:r>
            <a:r>
              <a:rPr lang="en-US" sz="2400" spc="315" dirty="0">
                <a:latin typeface="Tahoma"/>
                <a:cs typeface="Tahoma"/>
              </a:rPr>
              <a:t> </a:t>
            </a:r>
            <a:r>
              <a:rPr lang="en-US" sz="2400" spc="155" dirty="0">
                <a:latin typeface="Tahoma"/>
                <a:cs typeface="Tahoma"/>
              </a:rPr>
              <a:t>i</a:t>
            </a:r>
            <a:r>
              <a:rPr lang="en-US" sz="2400" spc="30" dirty="0">
                <a:latin typeface="Tahoma"/>
                <a:cs typeface="Tahoma"/>
              </a:rPr>
              <a:t>f</a:t>
            </a:r>
            <a:r>
              <a:rPr lang="en-US" sz="2400" spc="325" dirty="0">
                <a:latin typeface="Tahoma"/>
                <a:cs typeface="Tahoma"/>
              </a:rPr>
              <a:t> </a:t>
            </a:r>
            <a:r>
              <a:rPr lang="en-US" sz="2400" spc="-55" dirty="0">
                <a:latin typeface="Tahoma"/>
                <a:cs typeface="Tahoma"/>
              </a:rPr>
              <a:t>i</a:t>
            </a:r>
            <a:r>
              <a:rPr lang="en-US" sz="2400" spc="170" dirty="0">
                <a:latin typeface="Tahoma"/>
                <a:cs typeface="Tahoma"/>
              </a:rPr>
              <a:t>t</a:t>
            </a:r>
            <a:r>
              <a:rPr lang="en-US" sz="2400" spc="35" dirty="0">
                <a:latin typeface="Tahoma"/>
                <a:cs typeface="Tahoma"/>
              </a:rPr>
              <a:t>s  </a:t>
            </a:r>
            <a:r>
              <a:rPr lang="en-US" sz="2400" spc="65" dirty="0">
                <a:latin typeface="Tahoma"/>
                <a:cs typeface="Tahoma"/>
              </a:rPr>
              <a:t>resources</a:t>
            </a:r>
            <a:r>
              <a:rPr lang="en-US" sz="2400" spc="-65" dirty="0">
                <a:latin typeface="Tahoma"/>
                <a:cs typeface="Tahoma"/>
              </a:rPr>
              <a:t> </a:t>
            </a:r>
            <a:r>
              <a:rPr lang="en-US" sz="2400" spc="95" dirty="0">
                <a:latin typeface="Tahoma"/>
                <a:cs typeface="Tahoma"/>
              </a:rPr>
              <a:t>are</a:t>
            </a:r>
            <a:r>
              <a:rPr lang="en-US" sz="2400" spc="-55" dirty="0">
                <a:latin typeface="Tahoma"/>
                <a:cs typeface="Tahoma"/>
              </a:rPr>
              <a:t> </a:t>
            </a:r>
            <a:r>
              <a:rPr lang="en-US" sz="2400" spc="65" dirty="0">
                <a:latin typeface="Tahoma"/>
                <a:cs typeface="Tahoma"/>
              </a:rPr>
              <a:t>used</a:t>
            </a:r>
            <a:r>
              <a:rPr lang="en-US" sz="2400" spc="-50" dirty="0">
                <a:latin typeface="Tahoma"/>
                <a:cs typeface="Tahoma"/>
              </a:rPr>
              <a:t> </a:t>
            </a:r>
            <a:r>
              <a:rPr lang="en-US" sz="2400" spc="114" dirty="0">
                <a:latin typeface="Tahoma"/>
                <a:cs typeface="Tahoma"/>
              </a:rPr>
              <a:t>and</a:t>
            </a:r>
            <a:r>
              <a:rPr lang="en-US" sz="2400" spc="-50" dirty="0">
                <a:latin typeface="Tahoma"/>
                <a:cs typeface="Tahoma"/>
              </a:rPr>
              <a:t> </a:t>
            </a:r>
            <a:r>
              <a:rPr lang="en-US" sz="2400" spc="105" dirty="0">
                <a:latin typeface="Tahoma"/>
                <a:cs typeface="Tahoma"/>
              </a:rPr>
              <a:t>accessed</a:t>
            </a:r>
            <a:r>
              <a:rPr lang="en-US" sz="2400" spc="-50" dirty="0">
                <a:latin typeface="Tahoma"/>
                <a:cs typeface="Tahoma"/>
              </a:rPr>
              <a:t> </a:t>
            </a:r>
            <a:r>
              <a:rPr lang="en-US" sz="2400" spc="114" dirty="0">
                <a:latin typeface="Tahoma"/>
                <a:cs typeface="Tahoma"/>
              </a:rPr>
              <a:t>as</a:t>
            </a:r>
            <a:r>
              <a:rPr lang="en-US" sz="2400" spc="-55" dirty="0">
                <a:latin typeface="Tahoma"/>
                <a:cs typeface="Tahoma"/>
              </a:rPr>
              <a:t> </a:t>
            </a:r>
            <a:r>
              <a:rPr lang="en-US" sz="2400" spc="55" dirty="0">
                <a:latin typeface="Tahoma"/>
                <a:cs typeface="Tahoma"/>
              </a:rPr>
              <a:t>intended</a:t>
            </a:r>
            <a:r>
              <a:rPr lang="en-US" sz="2400" spc="-50" dirty="0">
                <a:latin typeface="Tahoma"/>
                <a:cs typeface="Tahoma"/>
              </a:rPr>
              <a:t> </a:t>
            </a:r>
            <a:r>
              <a:rPr lang="en-US" sz="2400" spc="60" dirty="0">
                <a:latin typeface="Tahoma"/>
                <a:cs typeface="Tahoma"/>
              </a:rPr>
              <a:t>under</a:t>
            </a:r>
            <a:r>
              <a:rPr lang="en-US" sz="2400" spc="-50" dirty="0">
                <a:latin typeface="Tahoma"/>
                <a:cs typeface="Tahoma"/>
              </a:rPr>
              <a:t> </a:t>
            </a:r>
            <a:r>
              <a:rPr lang="en-US" sz="2400" spc="50" dirty="0">
                <a:latin typeface="Tahoma"/>
                <a:cs typeface="Tahoma"/>
              </a:rPr>
              <a:t>all </a:t>
            </a:r>
            <a:r>
              <a:rPr lang="en-US" sz="2400" spc="-740" dirty="0">
                <a:latin typeface="Tahoma"/>
                <a:cs typeface="Tahoma"/>
              </a:rPr>
              <a:t> </a:t>
            </a:r>
            <a:r>
              <a:rPr lang="en-US" sz="2400" spc="30" dirty="0">
                <a:latin typeface="Tahoma"/>
                <a:cs typeface="Tahoma"/>
              </a:rPr>
              <a:t>circumstances.</a:t>
            </a:r>
            <a:endParaRPr lang="en-US" sz="2400" dirty="0">
              <a:latin typeface="Tahoma"/>
              <a:cs typeface="Tahoma"/>
            </a:endParaRPr>
          </a:p>
          <a:p>
            <a:pPr marL="286385" marR="584835" indent="-274320">
              <a:lnSpc>
                <a:spcPct val="100000"/>
              </a:lnSpc>
              <a:spcBef>
                <a:spcPts val="575"/>
              </a:spcBef>
              <a:buClr>
                <a:srgbClr val="0AD0D9"/>
              </a:buClr>
              <a:buSzPct val="93750"/>
              <a:buFont typeface="Wingdings"/>
              <a:buChar char=""/>
              <a:tabLst>
                <a:tab pos="369570" algn="l"/>
              </a:tabLst>
            </a:pPr>
            <a:r>
              <a:rPr lang="en-US" sz="2400" dirty="0"/>
              <a:t>	</a:t>
            </a:r>
            <a:r>
              <a:rPr lang="en-US" sz="2400" spc="20" dirty="0">
                <a:latin typeface="Tahoma"/>
                <a:cs typeface="Tahoma"/>
              </a:rPr>
              <a:t>Unfortunately,</a:t>
            </a:r>
            <a:r>
              <a:rPr lang="en-US" sz="2400" spc="-114" dirty="0">
                <a:latin typeface="Tahoma"/>
                <a:cs typeface="Tahoma"/>
              </a:rPr>
              <a:t> </a:t>
            </a:r>
            <a:r>
              <a:rPr lang="en-US" sz="2400" spc="-50" dirty="0">
                <a:latin typeface="Tahoma"/>
                <a:cs typeface="Tahoma"/>
              </a:rPr>
              <a:t>it</a:t>
            </a:r>
            <a:r>
              <a:rPr lang="en-US" sz="2400" spc="-105" dirty="0">
                <a:latin typeface="Tahoma"/>
                <a:cs typeface="Tahoma"/>
              </a:rPr>
              <a:t> </a:t>
            </a:r>
            <a:r>
              <a:rPr lang="en-US" sz="2400" spc="-5" dirty="0">
                <a:latin typeface="Tahoma"/>
                <a:cs typeface="Tahoma"/>
              </a:rPr>
              <a:t>is</a:t>
            </a:r>
            <a:r>
              <a:rPr lang="en-US" sz="2400" spc="-110" dirty="0">
                <a:latin typeface="Tahoma"/>
                <a:cs typeface="Tahoma"/>
              </a:rPr>
              <a:t> </a:t>
            </a:r>
            <a:r>
              <a:rPr lang="en-US" sz="2400" spc="30" dirty="0">
                <a:latin typeface="Tahoma"/>
                <a:cs typeface="Tahoma"/>
              </a:rPr>
              <a:t>not</a:t>
            </a:r>
            <a:r>
              <a:rPr lang="en-US" sz="2400" spc="-110" dirty="0">
                <a:latin typeface="Tahoma"/>
                <a:cs typeface="Tahoma"/>
              </a:rPr>
              <a:t> </a:t>
            </a:r>
            <a:r>
              <a:rPr lang="en-US" sz="2400" spc="60" dirty="0">
                <a:latin typeface="Tahoma"/>
                <a:cs typeface="Tahoma"/>
              </a:rPr>
              <a:t>generally</a:t>
            </a:r>
            <a:r>
              <a:rPr lang="en-US" sz="2400" spc="-105" dirty="0">
                <a:latin typeface="Tahoma"/>
                <a:cs typeface="Tahoma"/>
              </a:rPr>
              <a:t> </a:t>
            </a:r>
            <a:r>
              <a:rPr lang="en-US" sz="2400" spc="45" dirty="0">
                <a:latin typeface="Tahoma"/>
                <a:cs typeface="Tahoma"/>
              </a:rPr>
              <a:t>possible</a:t>
            </a:r>
            <a:r>
              <a:rPr lang="en-US" sz="2400" spc="-110" dirty="0">
                <a:latin typeface="Tahoma"/>
                <a:cs typeface="Tahoma"/>
              </a:rPr>
              <a:t> </a:t>
            </a:r>
            <a:r>
              <a:rPr lang="en-US" sz="2400" spc="30" dirty="0">
                <a:latin typeface="Tahoma"/>
                <a:cs typeface="Tahoma"/>
              </a:rPr>
              <a:t>to</a:t>
            </a:r>
            <a:r>
              <a:rPr lang="en-US" sz="2400" spc="-110" dirty="0">
                <a:latin typeface="Tahoma"/>
                <a:cs typeface="Tahoma"/>
              </a:rPr>
              <a:t> </a:t>
            </a:r>
            <a:r>
              <a:rPr lang="en-US" sz="2400" spc="55" dirty="0">
                <a:latin typeface="Tahoma"/>
                <a:cs typeface="Tahoma"/>
              </a:rPr>
              <a:t>achieve </a:t>
            </a:r>
            <a:r>
              <a:rPr lang="en-US" sz="2400" spc="-735" dirty="0">
                <a:latin typeface="Tahoma"/>
                <a:cs typeface="Tahoma"/>
              </a:rPr>
              <a:t> </a:t>
            </a:r>
            <a:r>
              <a:rPr lang="en-US" sz="2400" spc="30" dirty="0">
                <a:latin typeface="Tahoma"/>
                <a:cs typeface="Tahoma"/>
              </a:rPr>
              <a:t>total</a:t>
            </a:r>
            <a:r>
              <a:rPr lang="en-US" sz="2400" spc="-105" dirty="0">
                <a:latin typeface="Tahoma"/>
                <a:cs typeface="Tahoma"/>
              </a:rPr>
              <a:t> </a:t>
            </a:r>
            <a:r>
              <a:rPr lang="en-US" sz="2400" spc="-10" dirty="0">
                <a:latin typeface="Tahoma"/>
                <a:cs typeface="Tahoma"/>
              </a:rPr>
              <a:t>security.</a:t>
            </a:r>
            <a:endParaRPr lang="en-US" sz="2400" dirty="0">
              <a:latin typeface="Tahoma"/>
              <a:cs typeface="Tahoma"/>
            </a:endParaRPr>
          </a:p>
          <a:p>
            <a:pPr marL="286385" marR="175260" indent="-274320">
              <a:lnSpc>
                <a:spcPct val="100000"/>
              </a:lnSpc>
              <a:spcBef>
                <a:spcPts val="575"/>
              </a:spcBef>
              <a:buClr>
                <a:srgbClr val="0AD0D9"/>
              </a:buClr>
              <a:buSzPct val="93750"/>
              <a:buFont typeface="Wingdings"/>
              <a:buChar char=""/>
              <a:tabLst>
                <a:tab pos="287020" algn="l"/>
              </a:tabLst>
            </a:pPr>
            <a:r>
              <a:rPr lang="en-US" sz="2400" spc="25" dirty="0">
                <a:latin typeface="Tahoma"/>
                <a:cs typeface="Tahoma"/>
              </a:rPr>
              <a:t>Security</a:t>
            </a:r>
            <a:r>
              <a:rPr lang="en-US" sz="2400" spc="-100" dirty="0">
                <a:latin typeface="Tahoma"/>
                <a:cs typeface="Tahoma"/>
              </a:rPr>
              <a:t> </a:t>
            </a:r>
            <a:r>
              <a:rPr lang="en-US" sz="2400" spc="30" dirty="0">
                <a:latin typeface="Tahoma"/>
                <a:cs typeface="Tahoma"/>
              </a:rPr>
              <a:t>violations</a:t>
            </a:r>
            <a:r>
              <a:rPr lang="en-US" sz="2400" spc="-105" dirty="0">
                <a:latin typeface="Tahoma"/>
                <a:cs typeface="Tahoma"/>
              </a:rPr>
              <a:t> </a:t>
            </a:r>
            <a:r>
              <a:rPr lang="en-US" sz="2400" spc="70" dirty="0">
                <a:latin typeface="Tahoma"/>
                <a:cs typeface="Tahoma"/>
              </a:rPr>
              <a:t>of</a:t>
            </a:r>
            <a:r>
              <a:rPr lang="en-US" sz="2400" spc="-100" dirty="0">
                <a:latin typeface="Tahoma"/>
                <a:cs typeface="Tahoma"/>
              </a:rPr>
              <a:t> </a:t>
            </a:r>
            <a:r>
              <a:rPr lang="en-US" sz="2400" spc="5" dirty="0">
                <a:latin typeface="Tahoma"/>
                <a:cs typeface="Tahoma"/>
              </a:rPr>
              <a:t>the</a:t>
            </a:r>
            <a:r>
              <a:rPr lang="en-US" sz="2400" spc="-105" dirty="0">
                <a:latin typeface="Tahoma"/>
                <a:cs typeface="Tahoma"/>
              </a:rPr>
              <a:t> </a:t>
            </a:r>
            <a:r>
              <a:rPr lang="en-US" sz="2400" spc="65" dirty="0">
                <a:latin typeface="Tahoma"/>
                <a:cs typeface="Tahoma"/>
              </a:rPr>
              <a:t>system</a:t>
            </a:r>
            <a:r>
              <a:rPr lang="en-US" sz="2400" spc="-105" dirty="0">
                <a:latin typeface="Tahoma"/>
                <a:cs typeface="Tahoma"/>
              </a:rPr>
              <a:t> </a:t>
            </a:r>
            <a:r>
              <a:rPr lang="en-US" sz="2400" spc="105" dirty="0">
                <a:latin typeface="Tahoma"/>
                <a:cs typeface="Tahoma"/>
              </a:rPr>
              <a:t>can</a:t>
            </a:r>
            <a:r>
              <a:rPr lang="en-US" sz="2400" spc="-95" dirty="0">
                <a:latin typeface="Tahoma"/>
                <a:cs typeface="Tahoma"/>
              </a:rPr>
              <a:t> </a:t>
            </a:r>
            <a:r>
              <a:rPr lang="en-US" sz="2400" spc="75" dirty="0">
                <a:latin typeface="Tahoma"/>
                <a:cs typeface="Tahoma"/>
              </a:rPr>
              <a:t>be</a:t>
            </a:r>
            <a:r>
              <a:rPr lang="en-US" sz="2400" spc="-105" dirty="0">
                <a:latin typeface="Tahoma"/>
                <a:cs typeface="Tahoma"/>
              </a:rPr>
              <a:t> </a:t>
            </a:r>
            <a:r>
              <a:rPr lang="en-US" sz="2400" spc="65" dirty="0">
                <a:latin typeface="Tahoma"/>
                <a:cs typeface="Tahoma"/>
              </a:rPr>
              <a:t>categorized</a:t>
            </a:r>
            <a:r>
              <a:rPr lang="en-US" sz="2400" spc="-95" dirty="0">
                <a:latin typeface="Tahoma"/>
                <a:cs typeface="Tahoma"/>
              </a:rPr>
              <a:t> </a:t>
            </a:r>
            <a:r>
              <a:rPr lang="en-US" sz="2400" spc="105" dirty="0">
                <a:latin typeface="Tahoma"/>
                <a:cs typeface="Tahoma"/>
              </a:rPr>
              <a:t>as </a:t>
            </a:r>
            <a:r>
              <a:rPr lang="en-US" sz="2400" spc="-735" dirty="0">
                <a:latin typeface="Tahoma"/>
                <a:cs typeface="Tahoma"/>
              </a:rPr>
              <a:t> </a:t>
            </a:r>
            <a:r>
              <a:rPr lang="en-US" sz="2400" spc="55" dirty="0">
                <a:latin typeface="Tahoma"/>
                <a:cs typeface="Tahoma"/>
              </a:rPr>
              <a:t>being</a:t>
            </a:r>
            <a:r>
              <a:rPr lang="en-US" sz="2400" spc="-105" dirty="0">
                <a:latin typeface="Tahoma"/>
                <a:cs typeface="Tahoma"/>
              </a:rPr>
              <a:t> </a:t>
            </a:r>
            <a:r>
              <a:rPr lang="en-US" sz="2400" dirty="0">
                <a:latin typeface="Tahoma"/>
                <a:cs typeface="Tahoma"/>
              </a:rPr>
              <a:t>either</a:t>
            </a:r>
            <a:r>
              <a:rPr lang="en-US" sz="2400" spc="-95" dirty="0">
                <a:latin typeface="Tahoma"/>
                <a:cs typeface="Tahoma"/>
              </a:rPr>
              <a:t> </a:t>
            </a:r>
            <a:r>
              <a:rPr lang="en-US" sz="2400" spc="25" dirty="0">
                <a:latin typeface="Tahoma"/>
                <a:cs typeface="Tahoma"/>
              </a:rPr>
              <a:t>intentional(malicious)</a:t>
            </a:r>
            <a:r>
              <a:rPr lang="en-US" sz="2400" spc="-100" dirty="0">
                <a:latin typeface="Tahoma"/>
                <a:cs typeface="Tahoma"/>
              </a:rPr>
              <a:t> </a:t>
            </a:r>
            <a:r>
              <a:rPr lang="en-US" sz="2400" spc="60" dirty="0">
                <a:latin typeface="Tahoma"/>
                <a:cs typeface="Tahoma"/>
              </a:rPr>
              <a:t>or</a:t>
            </a:r>
            <a:r>
              <a:rPr lang="en-US" sz="2400" spc="-95" dirty="0">
                <a:latin typeface="Tahoma"/>
                <a:cs typeface="Tahoma"/>
              </a:rPr>
              <a:t> </a:t>
            </a:r>
            <a:r>
              <a:rPr lang="en-US" sz="2400" spc="25" dirty="0">
                <a:latin typeface="Tahoma"/>
                <a:cs typeface="Tahoma"/>
              </a:rPr>
              <a:t>accidental.</a:t>
            </a:r>
            <a:endParaRPr lang="en-US" sz="2400" dirty="0">
              <a:latin typeface="Tahoma"/>
              <a:cs typeface="Tahoma"/>
            </a:endParaRPr>
          </a:p>
          <a:p>
            <a:pPr marL="286385" marR="1433830" indent="-274320">
              <a:lnSpc>
                <a:spcPct val="100000"/>
              </a:lnSpc>
              <a:spcBef>
                <a:spcPts val="575"/>
              </a:spcBef>
              <a:buClr>
                <a:srgbClr val="0AD0D9"/>
              </a:buClr>
              <a:buSzPct val="93750"/>
              <a:buFont typeface="Wingdings"/>
              <a:buChar char=""/>
              <a:tabLst>
                <a:tab pos="369570" algn="l"/>
              </a:tabLst>
            </a:pPr>
            <a:r>
              <a:rPr lang="en-US" sz="2400" dirty="0"/>
              <a:t>	</a:t>
            </a:r>
            <a:r>
              <a:rPr lang="en-US" sz="2400" spc="110" dirty="0">
                <a:latin typeface="Tahoma"/>
                <a:cs typeface="Tahoma"/>
              </a:rPr>
              <a:t>Among</a:t>
            </a:r>
            <a:r>
              <a:rPr lang="en-US" sz="2400" spc="-105" dirty="0">
                <a:latin typeface="Tahoma"/>
                <a:cs typeface="Tahoma"/>
              </a:rPr>
              <a:t> </a:t>
            </a:r>
            <a:r>
              <a:rPr lang="en-US" sz="2400" spc="5" dirty="0">
                <a:latin typeface="Tahoma"/>
                <a:cs typeface="Tahoma"/>
              </a:rPr>
              <a:t>the</a:t>
            </a:r>
            <a:r>
              <a:rPr lang="en-US" sz="2400" spc="-105" dirty="0">
                <a:latin typeface="Tahoma"/>
                <a:cs typeface="Tahoma"/>
              </a:rPr>
              <a:t> </a:t>
            </a:r>
            <a:r>
              <a:rPr lang="en-US" sz="2400" spc="70" dirty="0">
                <a:latin typeface="Tahoma"/>
                <a:cs typeface="Tahoma"/>
              </a:rPr>
              <a:t>forms</a:t>
            </a:r>
            <a:r>
              <a:rPr lang="en-US" sz="2400" spc="-105" dirty="0">
                <a:latin typeface="Tahoma"/>
                <a:cs typeface="Tahoma"/>
              </a:rPr>
              <a:t> </a:t>
            </a:r>
            <a:r>
              <a:rPr lang="en-US" sz="2400" spc="70" dirty="0">
                <a:latin typeface="Tahoma"/>
                <a:cs typeface="Tahoma"/>
              </a:rPr>
              <a:t>of</a:t>
            </a:r>
            <a:r>
              <a:rPr lang="en-US" sz="2400" spc="-100" dirty="0">
                <a:latin typeface="Tahoma"/>
                <a:cs typeface="Tahoma"/>
              </a:rPr>
              <a:t> </a:t>
            </a:r>
            <a:r>
              <a:rPr lang="en-US" sz="2400" spc="50" dirty="0">
                <a:latin typeface="Tahoma"/>
                <a:cs typeface="Tahoma"/>
              </a:rPr>
              <a:t>malicious</a:t>
            </a:r>
            <a:r>
              <a:rPr lang="en-US" sz="2400" spc="-105" dirty="0">
                <a:latin typeface="Tahoma"/>
                <a:cs typeface="Tahoma"/>
              </a:rPr>
              <a:t> </a:t>
            </a:r>
            <a:r>
              <a:rPr lang="en-US" sz="2400" spc="85" dirty="0">
                <a:latin typeface="Tahoma"/>
                <a:cs typeface="Tahoma"/>
              </a:rPr>
              <a:t>access</a:t>
            </a:r>
            <a:r>
              <a:rPr lang="en-US" sz="2400" spc="-105" dirty="0">
                <a:latin typeface="Tahoma"/>
                <a:cs typeface="Tahoma"/>
              </a:rPr>
              <a:t> </a:t>
            </a:r>
            <a:r>
              <a:rPr lang="en-US" sz="2400" spc="75" dirty="0">
                <a:latin typeface="Tahoma"/>
                <a:cs typeface="Tahoma"/>
              </a:rPr>
              <a:t>are</a:t>
            </a:r>
            <a:r>
              <a:rPr lang="en-US" sz="2400" spc="-105" dirty="0">
                <a:latin typeface="Tahoma"/>
                <a:cs typeface="Tahoma"/>
              </a:rPr>
              <a:t> </a:t>
            </a:r>
            <a:r>
              <a:rPr lang="en-US" sz="2400" spc="5" dirty="0">
                <a:latin typeface="Tahoma"/>
                <a:cs typeface="Tahoma"/>
              </a:rPr>
              <a:t>the </a:t>
            </a:r>
            <a:r>
              <a:rPr lang="en-US" sz="2400" spc="-735" dirty="0">
                <a:latin typeface="Tahoma"/>
                <a:cs typeface="Tahoma"/>
              </a:rPr>
              <a:t> </a:t>
            </a:r>
            <a:r>
              <a:rPr lang="en-US" sz="2400" spc="-20" dirty="0">
                <a:latin typeface="Tahoma"/>
                <a:cs typeface="Tahoma"/>
              </a:rPr>
              <a:t>following:</a:t>
            </a:r>
            <a:endParaRPr lang="en-US" sz="2400" dirty="0">
              <a:latin typeface="Tahoma"/>
              <a:cs typeface="Tahoma"/>
            </a:endParaRPr>
          </a:p>
          <a:p>
            <a:pPr marL="95250">
              <a:lnSpc>
                <a:spcPct val="100000"/>
              </a:lnSpc>
              <a:spcBef>
                <a:spcPts val="575"/>
              </a:spcBef>
            </a:pPr>
            <a:r>
              <a:rPr lang="en-US" sz="2400" spc="50" dirty="0">
                <a:latin typeface="Tahoma"/>
                <a:cs typeface="Tahoma"/>
              </a:rPr>
              <a:t>Unauthorized</a:t>
            </a:r>
            <a:r>
              <a:rPr lang="en-US" sz="2400" spc="-105" dirty="0">
                <a:latin typeface="Tahoma"/>
                <a:cs typeface="Tahoma"/>
              </a:rPr>
              <a:t> </a:t>
            </a:r>
            <a:r>
              <a:rPr lang="en-US" sz="2400" spc="65" dirty="0">
                <a:latin typeface="Tahoma"/>
                <a:cs typeface="Tahoma"/>
              </a:rPr>
              <a:t>reading</a:t>
            </a:r>
            <a:r>
              <a:rPr lang="en-US" sz="2400" spc="-105" dirty="0">
                <a:latin typeface="Tahoma"/>
                <a:cs typeface="Tahoma"/>
              </a:rPr>
              <a:t> </a:t>
            </a:r>
            <a:r>
              <a:rPr lang="en-US" sz="2400" spc="70" dirty="0">
                <a:latin typeface="Tahoma"/>
                <a:cs typeface="Tahoma"/>
              </a:rPr>
              <a:t>of</a:t>
            </a:r>
            <a:r>
              <a:rPr lang="en-US" sz="2400" spc="-105" dirty="0">
                <a:latin typeface="Tahoma"/>
                <a:cs typeface="Tahoma"/>
              </a:rPr>
              <a:t> </a:t>
            </a:r>
            <a:r>
              <a:rPr lang="en-US" sz="2400" spc="95" dirty="0">
                <a:latin typeface="Tahoma"/>
                <a:cs typeface="Tahoma"/>
              </a:rPr>
              <a:t>data</a:t>
            </a:r>
            <a:r>
              <a:rPr lang="en-US" sz="2400" spc="-105" dirty="0">
                <a:latin typeface="Tahoma"/>
                <a:cs typeface="Tahoma"/>
              </a:rPr>
              <a:t> </a:t>
            </a:r>
            <a:r>
              <a:rPr lang="en-US" sz="2400" spc="-5" dirty="0">
                <a:latin typeface="Tahoma"/>
                <a:cs typeface="Tahoma"/>
              </a:rPr>
              <a:t>(theft</a:t>
            </a:r>
            <a:r>
              <a:rPr lang="en-US" sz="2400" spc="-100" dirty="0">
                <a:latin typeface="Tahoma"/>
                <a:cs typeface="Tahoma"/>
              </a:rPr>
              <a:t> </a:t>
            </a:r>
            <a:r>
              <a:rPr lang="en-US" sz="2400" spc="70" dirty="0">
                <a:latin typeface="Tahoma"/>
                <a:cs typeface="Tahoma"/>
              </a:rPr>
              <a:t>of</a:t>
            </a:r>
            <a:r>
              <a:rPr lang="en-US" sz="2400" spc="-105" dirty="0">
                <a:latin typeface="Tahoma"/>
                <a:cs typeface="Tahoma"/>
              </a:rPr>
              <a:t> </a:t>
            </a:r>
            <a:r>
              <a:rPr lang="en-US" sz="2400" spc="10" dirty="0">
                <a:latin typeface="Tahoma"/>
                <a:cs typeface="Tahoma"/>
              </a:rPr>
              <a:t>information).</a:t>
            </a:r>
            <a:endParaRPr lang="en-US" sz="2400" dirty="0">
              <a:latin typeface="Tahoma"/>
              <a:cs typeface="Tahoma"/>
            </a:endParaRPr>
          </a:p>
          <a:p>
            <a:pPr marL="198755" indent="-186055">
              <a:lnSpc>
                <a:spcPct val="100000"/>
              </a:lnSpc>
              <a:spcBef>
                <a:spcPts val="575"/>
              </a:spcBef>
              <a:tabLst>
                <a:tab pos="198755" algn="l"/>
              </a:tabLst>
            </a:pPr>
            <a:r>
              <a:rPr lang="en-US" sz="2400" spc="50" dirty="0">
                <a:latin typeface="Tahoma"/>
                <a:cs typeface="Tahoma"/>
              </a:rPr>
              <a:t>Unauthorized</a:t>
            </a:r>
            <a:r>
              <a:rPr lang="en-US" sz="2400" spc="-110" dirty="0">
                <a:latin typeface="Tahoma"/>
                <a:cs typeface="Tahoma"/>
              </a:rPr>
              <a:t> </a:t>
            </a:r>
            <a:r>
              <a:rPr lang="en-US" sz="2400" spc="50" dirty="0">
                <a:latin typeface="Tahoma"/>
                <a:cs typeface="Tahoma"/>
              </a:rPr>
              <a:t>modification</a:t>
            </a:r>
            <a:r>
              <a:rPr lang="en-US" sz="2400" spc="-110" dirty="0">
                <a:latin typeface="Tahoma"/>
                <a:cs typeface="Tahoma"/>
              </a:rPr>
              <a:t> </a:t>
            </a:r>
            <a:r>
              <a:rPr lang="en-US" sz="2400" spc="70" dirty="0">
                <a:latin typeface="Tahoma"/>
                <a:cs typeface="Tahoma"/>
              </a:rPr>
              <a:t>of</a:t>
            </a:r>
            <a:r>
              <a:rPr lang="en-US" sz="2400" spc="-110" dirty="0">
                <a:latin typeface="Tahoma"/>
                <a:cs typeface="Tahoma"/>
              </a:rPr>
              <a:t> </a:t>
            </a:r>
            <a:r>
              <a:rPr lang="en-US" sz="2400" spc="5" dirty="0">
                <a:latin typeface="Tahoma"/>
                <a:cs typeface="Tahoma"/>
              </a:rPr>
              <a:t>data.</a:t>
            </a:r>
            <a:endParaRPr lang="en-US" sz="2400" dirty="0">
              <a:latin typeface="Tahoma"/>
              <a:cs typeface="Tahoma"/>
            </a:endParaRPr>
          </a:p>
          <a:p>
            <a:pPr marL="198755" indent="-186055">
              <a:lnSpc>
                <a:spcPct val="100000"/>
              </a:lnSpc>
              <a:spcBef>
                <a:spcPts val="575"/>
              </a:spcBef>
              <a:tabLst>
                <a:tab pos="198755" algn="l"/>
              </a:tabLst>
            </a:pPr>
            <a:r>
              <a:rPr lang="en-US" sz="2400" spc="50" dirty="0">
                <a:latin typeface="Tahoma"/>
                <a:cs typeface="Tahoma"/>
              </a:rPr>
              <a:t>Unauthorized</a:t>
            </a:r>
            <a:r>
              <a:rPr lang="en-US" sz="2400" spc="-114" dirty="0">
                <a:latin typeface="Tahoma"/>
                <a:cs typeface="Tahoma"/>
              </a:rPr>
              <a:t> </a:t>
            </a:r>
            <a:r>
              <a:rPr lang="en-US" sz="2400" spc="30" dirty="0">
                <a:latin typeface="Tahoma"/>
                <a:cs typeface="Tahoma"/>
              </a:rPr>
              <a:t>destruction</a:t>
            </a:r>
            <a:r>
              <a:rPr lang="en-US" sz="2400" spc="-114" dirty="0">
                <a:latin typeface="Tahoma"/>
                <a:cs typeface="Tahoma"/>
              </a:rPr>
              <a:t> </a:t>
            </a:r>
            <a:r>
              <a:rPr lang="en-US" sz="2400" spc="70" dirty="0">
                <a:latin typeface="Tahoma"/>
                <a:cs typeface="Tahoma"/>
              </a:rPr>
              <a:t>of</a:t>
            </a:r>
            <a:r>
              <a:rPr lang="en-US" sz="2400" spc="-114" dirty="0">
                <a:latin typeface="Tahoma"/>
                <a:cs typeface="Tahoma"/>
              </a:rPr>
              <a:t> </a:t>
            </a:r>
            <a:r>
              <a:rPr lang="en-US" sz="2400" spc="5" dirty="0">
                <a:latin typeface="Tahoma"/>
                <a:cs typeface="Tahoma"/>
              </a:rPr>
              <a:t>data.</a:t>
            </a:r>
            <a:endParaRPr lang="en-US" sz="2400" dirty="0">
              <a:latin typeface="Tahoma"/>
              <a:cs typeface="Tahoma"/>
            </a:endParaRPr>
          </a:p>
          <a:p>
            <a:endParaRPr lang="en-US" sz="2400" dirty="0"/>
          </a:p>
        </p:txBody>
      </p:sp>
    </p:spTree>
    <p:extLst>
      <p:ext uri="{BB962C8B-B14F-4D97-AF65-F5344CB8AC3E}">
        <p14:creationId xmlns:p14="http://schemas.microsoft.com/office/powerpoint/2010/main" val="2123408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9EDBB-6E16-6DE9-2C2D-BE62923DBFE5}"/>
              </a:ext>
            </a:extLst>
          </p:cNvPr>
          <p:cNvSpPr>
            <a:spLocks noGrp="1"/>
          </p:cNvSpPr>
          <p:nvPr>
            <p:ph type="title"/>
          </p:nvPr>
        </p:nvSpPr>
        <p:spPr/>
        <p:txBody>
          <a:bodyPr/>
          <a:lstStyle/>
          <a:p>
            <a:r>
              <a:rPr lang="en-US" b="1" dirty="0"/>
              <a:t>Security Problem</a:t>
            </a:r>
            <a:endParaRPr lang="en-US" dirty="0"/>
          </a:p>
        </p:txBody>
      </p:sp>
      <p:sp>
        <p:nvSpPr>
          <p:cNvPr id="3" name="Content Placeholder 2">
            <a:extLst>
              <a:ext uri="{FF2B5EF4-FFF2-40B4-BE49-F238E27FC236}">
                <a16:creationId xmlns:a16="http://schemas.microsoft.com/office/drawing/2014/main" id="{881A1B00-9E48-E62D-817C-83A889090520}"/>
              </a:ext>
            </a:extLst>
          </p:cNvPr>
          <p:cNvSpPr>
            <a:spLocks noGrp="1"/>
          </p:cNvSpPr>
          <p:nvPr>
            <p:ph idx="1"/>
          </p:nvPr>
        </p:nvSpPr>
        <p:spPr/>
        <p:txBody>
          <a:bodyPr>
            <a:noAutofit/>
          </a:bodyPr>
          <a:lstStyle/>
          <a:p>
            <a:pPr marL="12065" marR="5080" indent="0" algn="just">
              <a:lnSpc>
                <a:spcPts val="2590"/>
              </a:lnSpc>
              <a:spcBef>
                <a:spcPts val="425"/>
              </a:spcBef>
              <a:buClr>
                <a:srgbClr val="0AD0D9"/>
              </a:buClr>
              <a:buSzPct val="93750"/>
              <a:buNone/>
              <a:tabLst>
                <a:tab pos="287020" algn="l"/>
              </a:tabLst>
            </a:pPr>
            <a:r>
              <a:rPr lang="en-US" sz="2400" spc="75" dirty="0">
                <a:latin typeface="Tahoma" panose="020B0604030504040204" pitchFamily="34" charset="0"/>
                <a:ea typeface="Tahoma" panose="020B0604030504040204" pitchFamily="34" charset="0"/>
                <a:cs typeface="Tahoma" panose="020B0604030504040204" pitchFamily="34" charset="0"/>
              </a:rPr>
              <a:t>To</a:t>
            </a:r>
            <a:r>
              <a:rPr lang="en-US" sz="2400" spc="-60" dirty="0">
                <a:latin typeface="Tahoma" panose="020B0604030504040204" pitchFamily="34" charset="0"/>
                <a:ea typeface="Tahoma" panose="020B0604030504040204" pitchFamily="34" charset="0"/>
                <a:cs typeface="Tahoma" panose="020B0604030504040204" pitchFamily="34" charset="0"/>
              </a:rPr>
              <a:t> </a:t>
            </a:r>
            <a:r>
              <a:rPr lang="en-US" sz="2400" spc="60" dirty="0">
                <a:latin typeface="Tahoma" panose="020B0604030504040204" pitchFamily="34" charset="0"/>
                <a:ea typeface="Tahoma" panose="020B0604030504040204" pitchFamily="34" charset="0"/>
                <a:cs typeface="Tahoma" panose="020B0604030504040204" pitchFamily="34" charset="0"/>
              </a:rPr>
              <a:t>protect</a:t>
            </a:r>
            <a:r>
              <a:rPr lang="en-US" sz="2400" spc="-60" dirty="0">
                <a:latin typeface="Tahoma" panose="020B0604030504040204" pitchFamily="34" charset="0"/>
                <a:ea typeface="Tahoma" panose="020B0604030504040204" pitchFamily="34" charset="0"/>
                <a:cs typeface="Tahoma" panose="020B0604030504040204" pitchFamily="34" charset="0"/>
              </a:rPr>
              <a:t> </a:t>
            </a:r>
            <a:r>
              <a:rPr lang="en-US" sz="2400" spc="15" dirty="0">
                <a:latin typeface="Tahoma" panose="020B0604030504040204" pitchFamily="34" charset="0"/>
                <a:ea typeface="Tahoma" panose="020B0604030504040204" pitchFamily="34" charset="0"/>
                <a:cs typeface="Tahoma" panose="020B0604030504040204" pitchFamily="34" charset="0"/>
              </a:rPr>
              <a:t>the</a:t>
            </a:r>
            <a:r>
              <a:rPr lang="en-US" sz="2400" spc="-60" dirty="0">
                <a:latin typeface="Tahoma" panose="020B0604030504040204" pitchFamily="34" charset="0"/>
                <a:ea typeface="Tahoma" panose="020B0604030504040204" pitchFamily="34" charset="0"/>
                <a:cs typeface="Tahoma" panose="020B0604030504040204" pitchFamily="34" charset="0"/>
              </a:rPr>
              <a:t> </a:t>
            </a:r>
            <a:r>
              <a:rPr lang="en-US" sz="2400" spc="30" dirty="0">
                <a:latin typeface="Tahoma" panose="020B0604030504040204" pitchFamily="34" charset="0"/>
                <a:ea typeface="Tahoma" panose="020B0604030504040204" pitchFamily="34" charset="0"/>
                <a:cs typeface="Tahoma" panose="020B0604030504040204" pitchFamily="34" charset="0"/>
              </a:rPr>
              <a:t>system,</a:t>
            </a:r>
            <a:r>
              <a:rPr lang="en-US" sz="2400" spc="-55" dirty="0">
                <a:latin typeface="Tahoma" panose="020B0604030504040204" pitchFamily="34" charset="0"/>
                <a:ea typeface="Tahoma" panose="020B0604030504040204" pitchFamily="34" charset="0"/>
                <a:cs typeface="Tahoma" panose="020B0604030504040204" pitchFamily="34" charset="0"/>
              </a:rPr>
              <a:t> </a:t>
            </a:r>
            <a:r>
              <a:rPr lang="en-US" sz="2400" spc="40" dirty="0">
                <a:latin typeface="Tahoma" panose="020B0604030504040204" pitchFamily="34" charset="0"/>
                <a:ea typeface="Tahoma" panose="020B0604030504040204" pitchFamily="34" charset="0"/>
                <a:cs typeface="Tahoma" panose="020B0604030504040204" pitchFamily="34" charset="0"/>
              </a:rPr>
              <a:t>we</a:t>
            </a:r>
            <a:r>
              <a:rPr lang="en-US" sz="2400" spc="-55" dirty="0">
                <a:latin typeface="Tahoma" panose="020B0604030504040204" pitchFamily="34" charset="0"/>
                <a:ea typeface="Tahoma" panose="020B0604030504040204" pitchFamily="34" charset="0"/>
                <a:cs typeface="Tahoma" panose="020B0604030504040204" pitchFamily="34" charset="0"/>
              </a:rPr>
              <a:t> </a:t>
            </a:r>
            <a:r>
              <a:rPr lang="en-US" sz="2400" spc="55" dirty="0">
                <a:latin typeface="Tahoma" panose="020B0604030504040204" pitchFamily="34" charset="0"/>
                <a:ea typeface="Tahoma" panose="020B0604030504040204" pitchFamily="34" charset="0"/>
                <a:cs typeface="Tahoma" panose="020B0604030504040204" pitchFamily="34" charset="0"/>
              </a:rPr>
              <a:t>must</a:t>
            </a:r>
            <a:r>
              <a:rPr lang="en-US" sz="2400" spc="-45" dirty="0">
                <a:latin typeface="Tahoma" panose="020B0604030504040204" pitchFamily="34" charset="0"/>
                <a:ea typeface="Tahoma" panose="020B0604030504040204" pitchFamily="34" charset="0"/>
                <a:cs typeface="Tahoma" panose="020B0604030504040204" pitchFamily="34" charset="0"/>
              </a:rPr>
              <a:t> </a:t>
            </a:r>
            <a:r>
              <a:rPr lang="en-US" sz="2400" spc="75" dirty="0">
                <a:latin typeface="Tahoma" panose="020B0604030504040204" pitchFamily="34" charset="0"/>
                <a:ea typeface="Tahoma" panose="020B0604030504040204" pitchFamily="34" charset="0"/>
                <a:cs typeface="Tahoma" panose="020B0604030504040204" pitchFamily="34" charset="0"/>
              </a:rPr>
              <a:t>take</a:t>
            </a:r>
            <a:r>
              <a:rPr lang="en-US" sz="2400" spc="-55" dirty="0">
                <a:latin typeface="Tahoma" panose="020B0604030504040204" pitchFamily="34" charset="0"/>
                <a:ea typeface="Tahoma" panose="020B0604030504040204" pitchFamily="34" charset="0"/>
                <a:cs typeface="Tahoma" panose="020B0604030504040204" pitchFamily="34" charset="0"/>
              </a:rPr>
              <a:t> </a:t>
            </a:r>
            <a:r>
              <a:rPr lang="en-US" sz="2400" spc="55" dirty="0">
                <a:latin typeface="Tahoma" panose="020B0604030504040204" pitchFamily="34" charset="0"/>
                <a:ea typeface="Tahoma" panose="020B0604030504040204" pitchFamily="34" charset="0"/>
                <a:cs typeface="Tahoma" panose="020B0604030504040204" pitchFamily="34" charset="0"/>
              </a:rPr>
              <a:t>security</a:t>
            </a:r>
            <a:r>
              <a:rPr lang="en-US" sz="2400" spc="-45" dirty="0">
                <a:latin typeface="Tahoma" panose="020B0604030504040204" pitchFamily="34" charset="0"/>
                <a:ea typeface="Tahoma" panose="020B0604030504040204" pitchFamily="34" charset="0"/>
                <a:cs typeface="Tahoma" panose="020B0604030504040204" pitchFamily="34" charset="0"/>
              </a:rPr>
              <a:t> </a:t>
            </a:r>
            <a:r>
              <a:rPr lang="en-US" sz="2400" spc="85" dirty="0">
                <a:latin typeface="Tahoma" panose="020B0604030504040204" pitchFamily="34" charset="0"/>
                <a:ea typeface="Tahoma" panose="020B0604030504040204" pitchFamily="34" charset="0"/>
                <a:cs typeface="Tahoma" panose="020B0604030504040204" pitchFamily="34" charset="0"/>
              </a:rPr>
              <a:t>measures </a:t>
            </a:r>
            <a:r>
              <a:rPr lang="en-US" sz="2400" spc="-740" dirty="0">
                <a:latin typeface="Tahoma" panose="020B0604030504040204" pitchFamily="34" charset="0"/>
                <a:ea typeface="Tahoma" panose="020B0604030504040204" pitchFamily="34" charset="0"/>
                <a:cs typeface="Tahoma" panose="020B0604030504040204" pitchFamily="34" charset="0"/>
              </a:rPr>
              <a:t> </a:t>
            </a:r>
            <a:r>
              <a:rPr lang="en-US" sz="2400" spc="60" dirty="0">
                <a:latin typeface="Tahoma" panose="020B0604030504040204" pitchFamily="34" charset="0"/>
                <a:ea typeface="Tahoma" panose="020B0604030504040204" pitchFamily="34" charset="0"/>
                <a:cs typeface="Tahoma" panose="020B0604030504040204" pitchFamily="34" charset="0"/>
              </a:rPr>
              <a:t>at</a:t>
            </a:r>
            <a:r>
              <a:rPr lang="en-US" sz="2400" spc="-105" dirty="0">
                <a:latin typeface="Tahoma" panose="020B0604030504040204" pitchFamily="34" charset="0"/>
                <a:ea typeface="Tahoma" panose="020B0604030504040204" pitchFamily="34" charset="0"/>
                <a:cs typeface="Tahoma" panose="020B0604030504040204" pitchFamily="34" charset="0"/>
              </a:rPr>
              <a:t> </a:t>
            </a:r>
            <a:r>
              <a:rPr lang="en-US" sz="2400" spc="45" dirty="0">
                <a:latin typeface="Tahoma" panose="020B0604030504040204" pitchFamily="34" charset="0"/>
                <a:ea typeface="Tahoma" panose="020B0604030504040204" pitchFamily="34" charset="0"/>
                <a:cs typeface="Tahoma" panose="020B0604030504040204" pitchFamily="34" charset="0"/>
              </a:rPr>
              <a:t>various</a:t>
            </a:r>
            <a:r>
              <a:rPr lang="en-US" sz="2400" spc="-105" dirty="0">
                <a:latin typeface="Tahoma" panose="020B0604030504040204" pitchFamily="34" charset="0"/>
                <a:ea typeface="Tahoma" panose="020B0604030504040204" pitchFamily="34" charset="0"/>
                <a:cs typeface="Tahoma" panose="020B0604030504040204" pitchFamily="34" charset="0"/>
              </a:rPr>
              <a:t> </a:t>
            </a:r>
            <a:r>
              <a:rPr lang="en-US" sz="2400" spc="-50" dirty="0">
                <a:latin typeface="Tahoma" panose="020B0604030504040204" pitchFamily="34" charset="0"/>
                <a:ea typeface="Tahoma" panose="020B0604030504040204" pitchFamily="34" charset="0"/>
                <a:cs typeface="Tahoma" panose="020B0604030504040204" pitchFamily="34" charset="0"/>
              </a:rPr>
              <a:t>levels:</a:t>
            </a:r>
            <a:endParaRPr lang="en-US" sz="2400" dirty="0">
              <a:latin typeface="Tahoma" panose="020B0604030504040204" pitchFamily="34" charset="0"/>
              <a:ea typeface="Tahoma" panose="020B0604030504040204" pitchFamily="34" charset="0"/>
              <a:cs typeface="Tahoma" panose="020B0604030504040204" pitchFamily="34" charset="0"/>
            </a:endParaRPr>
          </a:p>
          <a:p>
            <a:pPr marL="286385" marR="5080" indent="-274320" algn="just">
              <a:lnSpc>
                <a:spcPts val="2590"/>
              </a:lnSpc>
              <a:spcBef>
                <a:spcPts val="575"/>
              </a:spcBef>
            </a:pPr>
            <a:r>
              <a:rPr lang="en-US" sz="2400" b="1" spc="-70" dirty="0">
                <a:latin typeface="Tahoma" panose="020B0604030504040204" pitchFamily="34" charset="0"/>
                <a:ea typeface="Tahoma" panose="020B0604030504040204" pitchFamily="34" charset="0"/>
                <a:cs typeface="Tahoma" panose="020B0604030504040204" pitchFamily="34" charset="0"/>
              </a:rPr>
              <a:t>Physical</a:t>
            </a:r>
            <a:r>
              <a:rPr lang="en-US" sz="2400" b="1" spc="-140" dirty="0">
                <a:latin typeface="Tahoma" panose="020B0604030504040204" pitchFamily="34" charset="0"/>
                <a:ea typeface="Tahoma" panose="020B0604030504040204" pitchFamily="34" charset="0"/>
                <a:cs typeface="Tahoma" panose="020B0604030504040204" pitchFamily="34" charset="0"/>
              </a:rPr>
              <a:t> </a:t>
            </a:r>
            <a:r>
              <a:rPr lang="en-US" sz="2400" spc="-95" dirty="0">
                <a:latin typeface="Tahoma" panose="020B0604030504040204" pitchFamily="34" charset="0"/>
                <a:ea typeface="Tahoma" panose="020B0604030504040204" pitchFamily="34" charset="0"/>
                <a:cs typeface="Tahoma" panose="020B0604030504040204" pitchFamily="34" charset="0"/>
              </a:rPr>
              <a:t>–</a:t>
            </a:r>
            <a:r>
              <a:rPr lang="en-US" sz="2400" spc="-50" dirty="0">
                <a:latin typeface="Tahoma" panose="020B0604030504040204" pitchFamily="34" charset="0"/>
                <a:ea typeface="Tahoma" panose="020B0604030504040204" pitchFamily="34" charset="0"/>
                <a:cs typeface="Tahoma" panose="020B0604030504040204" pitchFamily="34" charset="0"/>
              </a:rPr>
              <a:t> </a:t>
            </a:r>
            <a:r>
              <a:rPr lang="en-US" sz="2400" spc="45" dirty="0">
                <a:latin typeface="Tahoma" panose="020B0604030504040204" pitchFamily="34" charset="0"/>
                <a:ea typeface="Tahoma" panose="020B0604030504040204" pitchFamily="34" charset="0"/>
                <a:cs typeface="Tahoma" panose="020B0604030504040204" pitchFamily="34" charset="0"/>
              </a:rPr>
              <a:t>The</a:t>
            </a:r>
            <a:r>
              <a:rPr lang="en-US" sz="2400" spc="-55" dirty="0">
                <a:latin typeface="Tahoma" panose="020B0604030504040204" pitchFamily="34" charset="0"/>
                <a:ea typeface="Tahoma" panose="020B0604030504040204" pitchFamily="34" charset="0"/>
                <a:cs typeface="Tahoma" panose="020B0604030504040204" pitchFamily="34" charset="0"/>
              </a:rPr>
              <a:t> </a:t>
            </a:r>
            <a:r>
              <a:rPr lang="en-US" sz="2400" spc="20" dirty="0">
                <a:latin typeface="Tahoma" panose="020B0604030504040204" pitchFamily="34" charset="0"/>
                <a:ea typeface="Tahoma" panose="020B0604030504040204" pitchFamily="34" charset="0"/>
                <a:cs typeface="Tahoma" panose="020B0604030504040204" pitchFamily="34" charset="0"/>
              </a:rPr>
              <a:t>site</a:t>
            </a:r>
            <a:r>
              <a:rPr lang="en-US" sz="2400" spc="-50" dirty="0">
                <a:latin typeface="Tahoma" panose="020B0604030504040204" pitchFamily="34" charset="0"/>
                <a:ea typeface="Tahoma" panose="020B0604030504040204" pitchFamily="34" charset="0"/>
                <a:cs typeface="Tahoma" panose="020B0604030504040204" pitchFamily="34" charset="0"/>
              </a:rPr>
              <a:t> </a:t>
            </a:r>
            <a:r>
              <a:rPr lang="en-US" sz="2400" spc="75" dirty="0">
                <a:latin typeface="Tahoma" panose="020B0604030504040204" pitchFamily="34" charset="0"/>
                <a:ea typeface="Tahoma" panose="020B0604030504040204" pitchFamily="34" charset="0"/>
                <a:cs typeface="Tahoma" panose="020B0604030504040204" pitchFamily="34" charset="0"/>
              </a:rPr>
              <a:t>containing</a:t>
            </a:r>
            <a:r>
              <a:rPr lang="en-US" sz="2400" spc="-45" dirty="0">
                <a:latin typeface="Tahoma" panose="020B0604030504040204" pitchFamily="34" charset="0"/>
                <a:ea typeface="Tahoma" panose="020B0604030504040204" pitchFamily="34" charset="0"/>
                <a:cs typeface="Tahoma" panose="020B0604030504040204" pitchFamily="34" charset="0"/>
              </a:rPr>
              <a:t> </a:t>
            </a:r>
            <a:r>
              <a:rPr lang="en-US" sz="2400" spc="25" dirty="0">
                <a:latin typeface="Tahoma" panose="020B0604030504040204" pitchFamily="34" charset="0"/>
                <a:ea typeface="Tahoma" panose="020B0604030504040204" pitchFamily="34" charset="0"/>
                <a:cs typeface="Tahoma" panose="020B0604030504040204" pitchFamily="34" charset="0"/>
              </a:rPr>
              <a:t>the</a:t>
            </a:r>
            <a:r>
              <a:rPr lang="en-US" sz="2400" spc="-45" dirty="0">
                <a:latin typeface="Tahoma" panose="020B0604030504040204" pitchFamily="34" charset="0"/>
                <a:ea typeface="Tahoma" panose="020B0604030504040204" pitchFamily="34" charset="0"/>
                <a:cs typeface="Tahoma" panose="020B0604030504040204" pitchFamily="34" charset="0"/>
              </a:rPr>
              <a:t> </a:t>
            </a:r>
            <a:r>
              <a:rPr lang="en-US" sz="2400" spc="90" dirty="0">
                <a:latin typeface="Tahoma" panose="020B0604030504040204" pitchFamily="34" charset="0"/>
                <a:ea typeface="Tahoma" panose="020B0604030504040204" pitchFamily="34" charset="0"/>
                <a:cs typeface="Tahoma" panose="020B0604030504040204" pitchFamily="34" charset="0"/>
              </a:rPr>
              <a:t>computer</a:t>
            </a:r>
            <a:r>
              <a:rPr lang="en-US" sz="2400" spc="-45" dirty="0">
                <a:latin typeface="Tahoma" panose="020B0604030504040204" pitchFamily="34" charset="0"/>
                <a:ea typeface="Tahoma" panose="020B0604030504040204" pitchFamily="34" charset="0"/>
                <a:cs typeface="Tahoma" panose="020B0604030504040204" pitchFamily="34" charset="0"/>
              </a:rPr>
              <a:t> </a:t>
            </a:r>
            <a:r>
              <a:rPr lang="en-US" sz="2400" spc="90" dirty="0">
                <a:latin typeface="Tahoma" panose="020B0604030504040204" pitchFamily="34" charset="0"/>
                <a:ea typeface="Tahoma" panose="020B0604030504040204" pitchFamily="34" charset="0"/>
                <a:cs typeface="Tahoma" panose="020B0604030504040204" pitchFamily="34" charset="0"/>
              </a:rPr>
              <a:t>system</a:t>
            </a:r>
            <a:r>
              <a:rPr lang="en-US" sz="2400" spc="-45" dirty="0">
                <a:latin typeface="Tahoma" panose="020B0604030504040204" pitchFamily="34" charset="0"/>
                <a:ea typeface="Tahoma" panose="020B0604030504040204" pitchFamily="34" charset="0"/>
                <a:cs typeface="Tahoma" panose="020B0604030504040204" pitchFamily="34" charset="0"/>
              </a:rPr>
              <a:t> </a:t>
            </a:r>
            <a:r>
              <a:rPr lang="en-US" sz="2400" spc="60" dirty="0">
                <a:latin typeface="Tahoma" panose="020B0604030504040204" pitchFamily="34" charset="0"/>
                <a:ea typeface="Tahoma" panose="020B0604030504040204" pitchFamily="34" charset="0"/>
                <a:cs typeface="Tahoma" panose="020B0604030504040204" pitchFamily="34" charset="0"/>
              </a:rPr>
              <a:t>must </a:t>
            </a:r>
            <a:r>
              <a:rPr lang="en-US" sz="2400" spc="-740" dirty="0">
                <a:latin typeface="Tahoma" panose="020B0604030504040204" pitchFamily="34" charset="0"/>
                <a:ea typeface="Tahoma" panose="020B0604030504040204" pitchFamily="34" charset="0"/>
                <a:cs typeface="Tahoma" panose="020B0604030504040204" pitchFamily="34" charset="0"/>
              </a:rPr>
              <a:t> </a:t>
            </a:r>
            <a:r>
              <a:rPr lang="en-US" sz="2400" spc="95" dirty="0">
                <a:latin typeface="Tahoma" panose="020B0604030504040204" pitchFamily="34" charset="0"/>
                <a:ea typeface="Tahoma" panose="020B0604030504040204" pitchFamily="34" charset="0"/>
                <a:cs typeface="Tahoma" panose="020B0604030504040204" pitchFamily="34" charset="0"/>
              </a:rPr>
              <a:t>be</a:t>
            </a:r>
            <a:r>
              <a:rPr lang="en-US" sz="2400" spc="-20" dirty="0">
                <a:latin typeface="Tahoma" panose="020B0604030504040204" pitchFamily="34" charset="0"/>
                <a:ea typeface="Tahoma" panose="020B0604030504040204" pitchFamily="34" charset="0"/>
                <a:cs typeface="Tahoma" panose="020B0604030504040204" pitchFamily="34" charset="0"/>
              </a:rPr>
              <a:t> </a:t>
            </a:r>
            <a:r>
              <a:rPr lang="en-US" sz="2400" spc="95" dirty="0">
                <a:latin typeface="Tahoma" panose="020B0604030504040204" pitchFamily="34" charset="0"/>
                <a:ea typeface="Tahoma" panose="020B0604030504040204" pitchFamily="34" charset="0"/>
                <a:cs typeface="Tahoma" panose="020B0604030504040204" pitchFamily="34" charset="0"/>
              </a:rPr>
              <a:t>physically</a:t>
            </a:r>
            <a:r>
              <a:rPr lang="en-US" sz="2400" spc="-10" dirty="0">
                <a:latin typeface="Tahoma" panose="020B0604030504040204" pitchFamily="34" charset="0"/>
                <a:ea typeface="Tahoma" panose="020B0604030504040204" pitchFamily="34" charset="0"/>
                <a:cs typeface="Tahoma" panose="020B0604030504040204" pitchFamily="34" charset="0"/>
              </a:rPr>
              <a:t> </a:t>
            </a:r>
            <a:r>
              <a:rPr lang="en-US" sz="2400" spc="85" dirty="0">
                <a:latin typeface="Tahoma" panose="020B0604030504040204" pitchFamily="34" charset="0"/>
                <a:ea typeface="Tahoma" panose="020B0604030504040204" pitchFamily="34" charset="0"/>
                <a:cs typeface="Tahoma" panose="020B0604030504040204" pitchFamily="34" charset="0"/>
              </a:rPr>
              <a:t>secured</a:t>
            </a:r>
            <a:r>
              <a:rPr lang="en-US" sz="2400" spc="-15" dirty="0">
                <a:latin typeface="Tahoma" panose="020B0604030504040204" pitchFamily="34" charset="0"/>
                <a:ea typeface="Tahoma" panose="020B0604030504040204" pitchFamily="34" charset="0"/>
                <a:cs typeface="Tahoma" panose="020B0604030504040204" pitchFamily="34" charset="0"/>
              </a:rPr>
              <a:t> </a:t>
            </a:r>
            <a:r>
              <a:rPr lang="en-US" sz="2400" spc="95" dirty="0">
                <a:latin typeface="Tahoma" panose="020B0604030504040204" pitchFamily="34" charset="0"/>
                <a:ea typeface="Tahoma" panose="020B0604030504040204" pitchFamily="34" charset="0"/>
                <a:cs typeface="Tahoma" panose="020B0604030504040204" pitchFamily="34" charset="0"/>
              </a:rPr>
              <a:t>against</a:t>
            </a:r>
            <a:r>
              <a:rPr lang="en-US" sz="2400" spc="-10" dirty="0">
                <a:latin typeface="Tahoma" panose="020B0604030504040204" pitchFamily="34" charset="0"/>
                <a:ea typeface="Tahoma" panose="020B0604030504040204" pitchFamily="34" charset="0"/>
                <a:cs typeface="Tahoma" panose="020B0604030504040204" pitchFamily="34" charset="0"/>
              </a:rPr>
              <a:t> </a:t>
            </a:r>
            <a:r>
              <a:rPr lang="en-US" sz="2400" spc="30" dirty="0">
                <a:latin typeface="Tahoma" panose="020B0604030504040204" pitchFamily="34" charset="0"/>
                <a:ea typeface="Tahoma" panose="020B0604030504040204" pitchFamily="34" charset="0"/>
                <a:cs typeface="Tahoma" panose="020B0604030504040204" pitchFamily="34" charset="0"/>
              </a:rPr>
              <a:t>the</a:t>
            </a:r>
            <a:r>
              <a:rPr lang="en-US" sz="2400" spc="-20" dirty="0">
                <a:latin typeface="Tahoma" panose="020B0604030504040204" pitchFamily="34" charset="0"/>
                <a:ea typeface="Tahoma" panose="020B0604030504040204" pitchFamily="34" charset="0"/>
                <a:cs typeface="Tahoma" panose="020B0604030504040204" pitchFamily="34" charset="0"/>
              </a:rPr>
              <a:t> </a:t>
            </a:r>
            <a:r>
              <a:rPr lang="en-US" sz="2400" spc="70" dirty="0">
                <a:latin typeface="Tahoma" panose="020B0604030504040204" pitchFamily="34" charset="0"/>
                <a:ea typeface="Tahoma" panose="020B0604030504040204" pitchFamily="34" charset="0"/>
                <a:cs typeface="Tahoma" panose="020B0604030504040204" pitchFamily="34" charset="0"/>
              </a:rPr>
              <a:t>suspicious</a:t>
            </a:r>
            <a:r>
              <a:rPr lang="en-US" sz="2400" spc="-15" dirty="0">
                <a:latin typeface="Tahoma" panose="020B0604030504040204" pitchFamily="34" charset="0"/>
                <a:ea typeface="Tahoma" panose="020B0604030504040204" pitchFamily="34" charset="0"/>
                <a:cs typeface="Tahoma" panose="020B0604030504040204" pitchFamily="34" charset="0"/>
              </a:rPr>
              <a:t> </a:t>
            </a:r>
            <a:r>
              <a:rPr lang="en-US" sz="2400" spc="10" dirty="0">
                <a:latin typeface="Tahoma" panose="020B0604030504040204" pitchFamily="34" charset="0"/>
                <a:ea typeface="Tahoma" panose="020B0604030504040204" pitchFamily="34" charset="0"/>
                <a:cs typeface="Tahoma" panose="020B0604030504040204" pitchFamily="34" charset="0"/>
              </a:rPr>
              <a:t>entry.</a:t>
            </a:r>
            <a:r>
              <a:rPr lang="en-US" sz="2400" spc="-15" dirty="0">
                <a:latin typeface="Tahoma" panose="020B0604030504040204" pitchFamily="34" charset="0"/>
                <a:ea typeface="Tahoma" panose="020B0604030504040204" pitchFamily="34" charset="0"/>
                <a:cs typeface="Tahoma" panose="020B0604030504040204" pitchFamily="34" charset="0"/>
              </a:rPr>
              <a:t> </a:t>
            </a:r>
            <a:r>
              <a:rPr lang="en-US" sz="2400" spc="-110" dirty="0">
                <a:latin typeface="Tahoma" panose="020B0604030504040204" pitchFamily="34" charset="0"/>
                <a:ea typeface="Tahoma" panose="020B0604030504040204" pitchFamily="34" charset="0"/>
                <a:cs typeface="Tahoma" panose="020B0604030504040204" pitchFamily="34" charset="0"/>
              </a:rPr>
              <a:t>E.g. </a:t>
            </a:r>
            <a:r>
              <a:rPr lang="en-US" sz="2400" spc="-740" dirty="0">
                <a:latin typeface="Tahoma" panose="020B0604030504040204" pitchFamily="34" charset="0"/>
                <a:ea typeface="Tahoma" panose="020B0604030504040204" pitchFamily="34" charset="0"/>
                <a:cs typeface="Tahoma" panose="020B0604030504040204" pitchFamily="34" charset="0"/>
              </a:rPr>
              <a:t> </a:t>
            </a:r>
            <a:r>
              <a:rPr lang="en-US" sz="2400" spc="35" dirty="0">
                <a:latin typeface="Tahoma" panose="020B0604030504040204" pitchFamily="34" charset="0"/>
                <a:ea typeface="Tahoma" panose="020B0604030504040204" pitchFamily="34" charset="0"/>
                <a:cs typeface="Tahoma" panose="020B0604030504040204" pitchFamily="34" charset="0"/>
              </a:rPr>
              <a:t>protection</a:t>
            </a:r>
            <a:r>
              <a:rPr lang="en-US" sz="2400" spc="-95" dirty="0">
                <a:latin typeface="Tahoma" panose="020B0604030504040204" pitchFamily="34" charset="0"/>
                <a:ea typeface="Tahoma" panose="020B0604030504040204" pitchFamily="34" charset="0"/>
                <a:cs typeface="Tahoma" panose="020B0604030504040204" pitchFamily="34" charset="0"/>
              </a:rPr>
              <a:t> </a:t>
            </a:r>
            <a:r>
              <a:rPr lang="en-US" sz="2400" spc="70" dirty="0">
                <a:latin typeface="Tahoma" panose="020B0604030504040204" pitchFamily="34" charset="0"/>
                <a:ea typeface="Tahoma" panose="020B0604030504040204" pitchFamily="34" charset="0"/>
                <a:cs typeface="Tahoma" panose="020B0604030504040204" pitchFamily="34" charset="0"/>
              </a:rPr>
              <a:t>of</a:t>
            </a:r>
            <a:r>
              <a:rPr lang="en-US" sz="2400" spc="-95" dirty="0">
                <a:latin typeface="Tahoma" panose="020B0604030504040204" pitchFamily="34" charset="0"/>
                <a:ea typeface="Tahoma" panose="020B0604030504040204" pitchFamily="34" charset="0"/>
                <a:cs typeface="Tahoma" panose="020B0604030504040204" pitchFamily="34" charset="0"/>
              </a:rPr>
              <a:t> </a:t>
            </a:r>
            <a:r>
              <a:rPr lang="en-US" sz="2400" spc="95" dirty="0">
                <a:latin typeface="Tahoma" panose="020B0604030504040204" pitchFamily="34" charset="0"/>
                <a:ea typeface="Tahoma" panose="020B0604030504040204" pitchFamily="34" charset="0"/>
                <a:cs typeface="Tahoma" panose="020B0604030504040204" pitchFamily="34" charset="0"/>
              </a:rPr>
              <a:t>Data</a:t>
            </a:r>
            <a:r>
              <a:rPr lang="en-US" sz="2400" spc="-90" dirty="0">
                <a:latin typeface="Tahoma" panose="020B0604030504040204" pitchFamily="34" charset="0"/>
                <a:ea typeface="Tahoma" panose="020B0604030504040204" pitchFamily="34" charset="0"/>
                <a:cs typeface="Tahoma" panose="020B0604030504040204" pitchFamily="34" charset="0"/>
              </a:rPr>
              <a:t> </a:t>
            </a:r>
            <a:r>
              <a:rPr lang="en-US" sz="2400" spc="-10" dirty="0">
                <a:latin typeface="Tahoma" panose="020B0604030504040204" pitchFamily="34" charset="0"/>
                <a:ea typeface="Tahoma" panose="020B0604030504040204" pitchFamily="34" charset="0"/>
                <a:cs typeface="Tahoma" panose="020B0604030504040204" pitchFamily="34" charset="0"/>
              </a:rPr>
              <a:t>centers,</a:t>
            </a:r>
            <a:r>
              <a:rPr lang="en-US" sz="2400" spc="-95" dirty="0">
                <a:latin typeface="Tahoma" panose="020B0604030504040204" pitchFamily="34" charset="0"/>
                <a:ea typeface="Tahoma" panose="020B0604030504040204" pitchFamily="34" charset="0"/>
                <a:cs typeface="Tahoma" panose="020B0604030504040204" pitchFamily="34" charset="0"/>
              </a:rPr>
              <a:t> </a:t>
            </a:r>
            <a:r>
              <a:rPr lang="en-US" sz="2400" spc="-10" dirty="0">
                <a:latin typeface="Tahoma" panose="020B0604030504040204" pitchFamily="34" charset="0"/>
                <a:ea typeface="Tahoma" panose="020B0604030504040204" pitchFamily="34" charset="0"/>
                <a:cs typeface="Tahoma" panose="020B0604030504040204" pitchFamily="34" charset="0"/>
              </a:rPr>
              <a:t>servers,</a:t>
            </a:r>
            <a:r>
              <a:rPr lang="en-US" sz="2400" spc="-95" dirty="0">
                <a:latin typeface="Tahoma" panose="020B0604030504040204" pitchFamily="34" charset="0"/>
                <a:ea typeface="Tahoma" panose="020B0604030504040204" pitchFamily="34" charset="0"/>
                <a:cs typeface="Tahoma" panose="020B0604030504040204" pitchFamily="34" charset="0"/>
              </a:rPr>
              <a:t> </a:t>
            </a:r>
            <a:r>
              <a:rPr lang="en-US" sz="2400" spc="60" dirty="0">
                <a:latin typeface="Tahoma" panose="020B0604030504040204" pitchFamily="34" charset="0"/>
                <a:ea typeface="Tahoma" panose="020B0604030504040204" pitchFamily="34" charset="0"/>
                <a:cs typeface="Tahoma" panose="020B0604030504040204" pitchFamily="34" charset="0"/>
              </a:rPr>
              <a:t>connected</a:t>
            </a:r>
            <a:r>
              <a:rPr lang="en-US" sz="2400" spc="-90" dirty="0">
                <a:latin typeface="Tahoma" panose="020B0604030504040204" pitchFamily="34" charset="0"/>
                <a:ea typeface="Tahoma" panose="020B0604030504040204" pitchFamily="34" charset="0"/>
                <a:cs typeface="Tahoma" panose="020B0604030504040204" pitchFamily="34" charset="0"/>
              </a:rPr>
              <a:t> </a:t>
            </a:r>
            <a:r>
              <a:rPr lang="en-US" sz="2400" spc="-5" dirty="0">
                <a:latin typeface="Tahoma" panose="020B0604030504040204" pitchFamily="34" charset="0"/>
                <a:ea typeface="Tahoma" panose="020B0604030504040204" pitchFamily="34" charset="0"/>
                <a:cs typeface="Tahoma" panose="020B0604030504040204" pitchFamily="34" charset="0"/>
              </a:rPr>
              <a:t>terminals.</a:t>
            </a:r>
            <a:endParaRPr lang="en-US" sz="2400" dirty="0">
              <a:latin typeface="Tahoma" panose="020B0604030504040204" pitchFamily="34" charset="0"/>
              <a:ea typeface="Tahoma" panose="020B0604030504040204" pitchFamily="34" charset="0"/>
              <a:cs typeface="Tahoma" panose="020B0604030504040204" pitchFamily="34" charset="0"/>
            </a:endParaRPr>
          </a:p>
          <a:p>
            <a:pPr marL="286385" marR="5080" indent="-274320" algn="just">
              <a:lnSpc>
                <a:spcPts val="2590"/>
              </a:lnSpc>
              <a:spcBef>
                <a:spcPts val="575"/>
              </a:spcBef>
            </a:pPr>
            <a:r>
              <a:rPr lang="en-US" sz="2400" b="1" spc="80" dirty="0">
                <a:latin typeface="Tahoma" panose="020B0604030504040204" pitchFamily="34" charset="0"/>
                <a:ea typeface="Tahoma" panose="020B0604030504040204" pitchFamily="34" charset="0"/>
                <a:cs typeface="Tahoma" panose="020B0604030504040204" pitchFamily="34" charset="0"/>
              </a:rPr>
              <a:t>Human</a:t>
            </a:r>
            <a:r>
              <a:rPr lang="en-US" sz="2400" spc="80" dirty="0">
                <a:latin typeface="Tahoma" panose="020B0604030504040204" pitchFamily="34" charset="0"/>
                <a:ea typeface="Tahoma" panose="020B0604030504040204" pitchFamily="34" charset="0"/>
                <a:cs typeface="Tahoma" panose="020B0604030504040204" pitchFamily="34" charset="0"/>
              </a:rPr>
              <a:t> </a:t>
            </a:r>
            <a:r>
              <a:rPr lang="en-US" sz="2400" spc="-95" dirty="0">
                <a:latin typeface="Tahoma" panose="020B0604030504040204" pitchFamily="34" charset="0"/>
                <a:ea typeface="Tahoma" panose="020B0604030504040204" pitchFamily="34" charset="0"/>
                <a:cs typeface="Tahoma" panose="020B0604030504040204" pitchFamily="34" charset="0"/>
              </a:rPr>
              <a:t>– </a:t>
            </a:r>
            <a:r>
              <a:rPr lang="en-US" sz="2400" spc="265" dirty="0">
                <a:latin typeface="Tahoma" panose="020B0604030504040204" pitchFamily="34" charset="0"/>
                <a:ea typeface="Tahoma" panose="020B0604030504040204" pitchFamily="34" charset="0"/>
                <a:cs typeface="Tahoma" panose="020B0604030504040204" pitchFamily="34" charset="0"/>
              </a:rPr>
              <a:t>Proper </a:t>
            </a:r>
            <a:r>
              <a:rPr lang="en-US" sz="2400" spc="204" dirty="0">
                <a:latin typeface="Tahoma" panose="020B0604030504040204" pitchFamily="34" charset="0"/>
                <a:ea typeface="Tahoma" panose="020B0604030504040204" pitchFamily="34" charset="0"/>
                <a:cs typeface="Tahoma" panose="020B0604030504040204" pitchFamily="34" charset="0"/>
              </a:rPr>
              <a:t>user </a:t>
            </a:r>
            <a:r>
              <a:rPr lang="en-US" sz="2400" spc="235" dirty="0">
                <a:latin typeface="Tahoma" panose="020B0604030504040204" pitchFamily="34" charset="0"/>
                <a:ea typeface="Tahoma" panose="020B0604030504040204" pitchFamily="34" charset="0"/>
                <a:cs typeface="Tahoma" panose="020B0604030504040204" pitchFamily="34" charset="0"/>
              </a:rPr>
              <a:t>authorization, </a:t>
            </a:r>
            <a:r>
              <a:rPr lang="en-US" sz="2400" spc="254" dirty="0">
                <a:latin typeface="Tahoma" panose="020B0604030504040204" pitchFamily="34" charset="0"/>
                <a:ea typeface="Tahoma" panose="020B0604030504040204" pitchFamily="34" charset="0"/>
                <a:cs typeface="Tahoma" panose="020B0604030504040204" pitchFamily="34" charset="0"/>
              </a:rPr>
              <a:t>Avoid </a:t>
            </a:r>
            <a:r>
              <a:rPr lang="en-US" sz="2400" spc="260" dirty="0">
                <a:latin typeface="Tahoma" panose="020B0604030504040204" pitchFamily="34" charset="0"/>
                <a:ea typeface="Tahoma" panose="020B0604030504040204" pitchFamily="34" charset="0"/>
                <a:cs typeface="Tahoma" panose="020B0604030504040204" pitchFamily="34" charset="0"/>
              </a:rPr>
              <a:t>social </a:t>
            </a:r>
            <a:r>
              <a:rPr lang="en-US" sz="2400" spc="265" dirty="0">
                <a:latin typeface="Tahoma" panose="020B0604030504040204" pitchFamily="34" charset="0"/>
                <a:ea typeface="Tahoma" panose="020B0604030504040204" pitchFamily="34" charset="0"/>
                <a:cs typeface="Tahoma" panose="020B0604030504040204" pitchFamily="34" charset="0"/>
              </a:rPr>
              <a:t> </a:t>
            </a:r>
            <a:r>
              <a:rPr lang="en-US" sz="2400" spc="60" dirty="0">
                <a:latin typeface="Tahoma" panose="020B0604030504040204" pitchFamily="34" charset="0"/>
                <a:ea typeface="Tahoma" panose="020B0604030504040204" pitchFamily="34" charset="0"/>
                <a:cs typeface="Tahoma" panose="020B0604030504040204" pitchFamily="34" charset="0"/>
              </a:rPr>
              <a:t>engineering,</a:t>
            </a:r>
            <a:r>
              <a:rPr lang="en-US" sz="2400" spc="5" dirty="0">
                <a:latin typeface="Tahoma" panose="020B0604030504040204" pitchFamily="34" charset="0"/>
                <a:ea typeface="Tahoma" panose="020B0604030504040204" pitchFamily="34" charset="0"/>
                <a:cs typeface="Tahoma" panose="020B0604030504040204" pitchFamily="34" charset="0"/>
              </a:rPr>
              <a:t> </a:t>
            </a:r>
            <a:r>
              <a:rPr lang="en-US" sz="2400" spc="35" dirty="0">
                <a:latin typeface="Tahoma" panose="020B0604030504040204" pitchFamily="34" charset="0"/>
                <a:ea typeface="Tahoma" panose="020B0604030504040204" pitchFamily="34" charset="0"/>
                <a:cs typeface="Tahoma" panose="020B0604030504040204" pitchFamily="34" charset="0"/>
              </a:rPr>
              <a:t>phishing,</a:t>
            </a:r>
            <a:r>
              <a:rPr lang="en-US" sz="2400" spc="5" dirty="0">
                <a:latin typeface="Tahoma" panose="020B0604030504040204" pitchFamily="34" charset="0"/>
                <a:ea typeface="Tahoma" panose="020B0604030504040204" pitchFamily="34" charset="0"/>
                <a:cs typeface="Tahoma" panose="020B0604030504040204" pitchFamily="34" charset="0"/>
              </a:rPr>
              <a:t> </a:t>
            </a:r>
            <a:r>
              <a:rPr lang="en-US" sz="2400" spc="100" dirty="0">
                <a:latin typeface="Tahoma" panose="020B0604030504040204" pitchFamily="34" charset="0"/>
                <a:ea typeface="Tahoma" panose="020B0604030504040204" pitchFamily="34" charset="0"/>
                <a:cs typeface="Tahoma" panose="020B0604030504040204" pitchFamily="34" charset="0"/>
              </a:rPr>
              <a:t>dumpster</a:t>
            </a:r>
            <a:r>
              <a:rPr lang="en-US" sz="2400" spc="15" dirty="0">
                <a:latin typeface="Tahoma" panose="020B0604030504040204" pitchFamily="34" charset="0"/>
                <a:ea typeface="Tahoma" panose="020B0604030504040204" pitchFamily="34" charset="0"/>
                <a:cs typeface="Tahoma" panose="020B0604030504040204" pitchFamily="34" charset="0"/>
              </a:rPr>
              <a:t> </a:t>
            </a:r>
            <a:r>
              <a:rPr lang="en-US" sz="2400" spc="30" dirty="0">
                <a:latin typeface="Tahoma" panose="020B0604030504040204" pitchFamily="34" charset="0"/>
                <a:ea typeface="Tahoma" panose="020B0604030504040204" pitchFamily="34" charset="0"/>
                <a:cs typeface="Tahoma" panose="020B0604030504040204" pitchFamily="34" charset="0"/>
              </a:rPr>
              <a:t>diving.</a:t>
            </a:r>
            <a:r>
              <a:rPr lang="en-US" sz="2400" spc="25" dirty="0">
                <a:latin typeface="Tahoma" panose="020B0604030504040204" pitchFamily="34" charset="0"/>
                <a:ea typeface="Tahoma" panose="020B0604030504040204" pitchFamily="34" charset="0"/>
                <a:cs typeface="Tahoma" panose="020B0604030504040204" pitchFamily="34" charset="0"/>
              </a:rPr>
              <a:t> </a:t>
            </a:r>
            <a:r>
              <a:rPr lang="en-US" sz="2400" spc="-25" dirty="0" err="1">
                <a:latin typeface="Tahoma" panose="020B0604030504040204" pitchFamily="34" charset="0"/>
                <a:ea typeface="Tahoma" panose="020B0604030504040204" pitchFamily="34" charset="0"/>
                <a:cs typeface="Tahoma" panose="020B0604030504040204" pitchFamily="34" charset="0"/>
              </a:rPr>
              <a:t>E.g</a:t>
            </a:r>
            <a:r>
              <a:rPr lang="en-US" sz="2400" spc="15" dirty="0">
                <a:latin typeface="Tahoma" panose="020B0604030504040204" pitchFamily="34" charset="0"/>
                <a:ea typeface="Tahoma" panose="020B0604030504040204" pitchFamily="34" charset="0"/>
                <a:cs typeface="Tahoma" panose="020B0604030504040204" pitchFamily="34" charset="0"/>
              </a:rPr>
              <a:t> </a:t>
            </a:r>
            <a:r>
              <a:rPr lang="en-US" sz="2400" spc="165" dirty="0">
                <a:latin typeface="Tahoma" panose="020B0604030504040204" pitchFamily="34" charset="0"/>
                <a:ea typeface="Tahoma" panose="020B0604030504040204" pitchFamily="34" charset="0"/>
                <a:cs typeface="Tahoma" panose="020B0604030504040204" pitchFamily="34" charset="0"/>
              </a:rPr>
              <a:t>a</a:t>
            </a:r>
            <a:r>
              <a:rPr lang="en-US" sz="2400" spc="20" dirty="0">
                <a:latin typeface="Tahoma" panose="020B0604030504040204" pitchFamily="34" charset="0"/>
                <a:ea typeface="Tahoma" panose="020B0604030504040204" pitchFamily="34" charset="0"/>
                <a:cs typeface="Tahoma" panose="020B0604030504040204" pitchFamily="34" charset="0"/>
              </a:rPr>
              <a:t> </a:t>
            </a:r>
            <a:r>
              <a:rPr lang="en-US" sz="2400" spc="105" dirty="0" err="1">
                <a:latin typeface="Tahoma" panose="020B0604030504040204" pitchFamily="34" charset="0"/>
                <a:ea typeface="Tahoma" panose="020B0604030504040204" pitchFamily="34" charset="0"/>
                <a:cs typeface="Tahoma" panose="020B0604030504040204" pitchFamily="34" charset="0"/>
              </a:rPr>
              <a:t>legimate</a:t>
            </a:r>
            <a:r>
              <a:rPr lang="en-US" sz="2400" spc="105" dirty="0">
                <a:latin typeface="Tahoma" panose="020B0604030504040204" pitchFamily="34" charset="0"/>
                <a:ea typeface="Tahoma" panose="020B0604030504040204" pitchFamily="34" charset="0"/>
                <a:cs typeface="Tahoma" panose="020B0604030504040204" pitchFamily="34" charset="0"/>
              </a:rPr>
              <a:t> </a:t>
            </a:r>
            <a:r>
              <a:rPr lang="en-US" sz="2400" spc="-735" dirty="0">
                <a:latin typeface="Tahoma" panose="020B0604030504040204" pitchFamily="34" charset="0"/>
                <a:ea typeface="Tahoma" panose="020B0604030504040204" pitchFamily="34" charset="0"/>
                <a:cs typeface="Tahoma" panose="020B0604030504040204" pitchFamily="34" charset="0"/>
              </a:rPr>
              <a:t> </a:t>
            </a:r>
            <a:r>
              <a:rPr lang="en-US" sz="2400" spc="80" dirty="0">
                <a:latin typeface="Tahoma" panose="020B0604030504040204" pitchFamily="34" charset="0"/>
                <a:ea typeface="Tahoma" panose="020B0604030504040204" pitchFamily="34" charset="0"/>
                <a:cs typeface="Tahoma" panose="020B0604030504040204" pitchFamily="34" charset="0"/>
              </a:rPr>
              <a:t>looking</a:t>
            </a:r>
            <a:r>
              <a:rPr lang="en-US" sz="2400" spc="-25" dirty="0">
                <a:latin typeface="Tahoma" panose="020B0604030504040204" pitchFamily="34" charset="0"/>
                <a:ea typeface="Tahoma" panose="020B0604030504040204" pitchFamily="34" charset="0"/>
                <a:cs typeface="Tahoma" panose="020B0604030504040204" pitchFamily="34" charset="0"/>
              </a:rPr>
              <a:t> </a:t>
            </a:r>
            <a:r>
              <a:rPr lang="en-US" sz="2400" spc="30" dirty="0">
                <a:latin typeface="Tahoma" panose="020B0604030504040204" pitchFamily="34" charset="0"/>
                <a:ea typeface="Tahoma" panose="020B0604030504040204" pitchFamily="34" charset="0"/>
                <a:cs typeface="Tahoma" panose="020B0604030504040204" pitchFamily="34" charset="0"/>
              </a:rPr>
              <a:t>e-mail,</a:t>
            </a:r>
            <a:r>
              <a:rPr lang="en-US" sz="2400" spc="-25" dirty="0">
                <a:latin typeface="Tahoma" panose="020B0604030504040204" pitchFamily="34" charset="0"/>
                <a:ea typeface="Tahoma" panose="020B0604030504040204" pitchFamily="34" charset="0"/>
                <a:cs typeface="Tahoma" panose="020B0604030504040204" pitchFamily="34" charset="0"/>
              </a:rPr>
              <a:t> </a:t>
            </a:r>
            <a:r>
              <a:rPr lang="en-US" sz="2400" spc="75" dirty="0">
                <a:latin typeface="Tahoma" panose="020B0604030504040204" pitchFamily="34" charset="0"/>
                <a:ea typeface="Tahoma" panose="020B0604030504040204" pitchFamily="34" charset="0"/>
                <a:cs typeface="Tahoma" panose="020B0604030504040204" pitchFamily="34" charset="0"/>
              </a:rPr>
              <a:t>web</a:t>
            </a:r>
            <a:r>
              <a:rPr lang="en-US" sz="2400" spc="-10" dirty="0">
                <a:latin typeface="Tahoma" panose="020B0604030504040204" pitchFamily="34" charset="0"/>
                <a:ea typeface="Tahoma" panose="020B0604030504040204" pitchFamily="34" charset="0"/>
                <a:cs typeface="Tahoma" panose="020B0604030504040204" pitchFamily="34" charset="0"/>
              </a:rPr>
              <a:t> </a:t>
            </a:r>
            <a:r>
              <a:rPr lang="en-US" sz="2400" spc="55" dirty="0">
                <a:latin typeface="Tahoma" panose="020B0604030504040204" pitchFamily="34" charset="0"/>
                <a:ea typeface="Tahoma" panose="020B0604030504040204" pitchFamily="34" charset="0"/>
                <a:cs typeface="Tahoma" panose="020B0604030504040204" pitchFamily="34" charset="0"/>
              </a:rPr>
              <a:t>page,</a:t>
            </a:r>
            <a:r>
              <a:rPr lang="en-US" sz="2400" spc="-15" dirty="0">
                <a:latin typeface="Tahoma" panose="020B0604030504040204" pitchFamily="34" charset="0"/>
                <a:ea typeface="Tahoma" panose="020B0604030504040204" pitchFamily="34" charset="0"/>
                <a:cs typeface="Tahoma" panose="020B0604030504040204" pitchFamily="34" charset="0"/>
              </a:rPr>
              <a:t> </a:t>
            </a:r>
            <a:r>
              <a:rPr lang="en-US" sz="2400" spc="65" dirty="0">
                <a:latin typeface="Tahoma" panose="020B0604030504040204" pitchFamily="34" charset="0"/>
                <a:ea typeface="Tahoma" panose="020B0604030504040204" pitchFamily="34" charset="0"/>
                <a:cs typeface="Tahoma" panose="020B0604030504040204" pitchFamily="34" charset="0"/>
              </a:rPr>
              <a:t>finding</a:t>
            </a:r>
            <a:r>
              <a:rPr lang="en-US" sz="2400" spc="-15" dirty="0">
                <a:latin typeface="Tahoma" panose="020B0604030504040204" pitchFamily="34" charset="0"/>
                <a:ea typeface="Tahoma" panose="020B0604030504040204" pitchFamily="34" charset="0"/>
                <a:cs typeface="Tahoma" panose="020B0604030504040204" pitchFamily="34" charset="0"/>
              </a:rPr>
              <a:t> </a:t>
            </a:r>
            <a:r>
              <a:rPr lang="en-US" sz="2400" spc="90" dirty="0">
                <a:latin typeface="Tahoma" panose="020B0604030504040204" pitchFamily="34" charset="0"/>
                <a:ea typeface="Tahoma" panose="020B0604030504040204" pitchFamily="34" charset="0"/>
                <a:cs typeface="Tahoma" panose="020B0604030504040204" pitchFamily="34" charset="0"/>
              </a:rPr>
              <a:t>phone</a:t>
            </a:r>
            <a:r>
              <a:rPr lang="en-US" sz="2400" spc="-10" dirty="0">
                <a:latin typeface="Tahoma" panose="020B0604030504040204" pitchFamily="34" charset="0"/>
                <a:ea typeface="Tahoma" panose="020B0604030504040204" pitchFamily="34" charset="0"/>
                <a:cs typeface="Tahoma" panose="020B0604030504040204" pitchFamily="34" charset="0"/>
              </a:rPr>
              <a:t> </a:t>
            </a:r>
            <a:r>
              <a:rPr lang="en-US" sz="2400" spc="45" dirty="0">
                <a:latin typeface="Tahoma" panose="020B0604030504040204" pitchFamily="34" charset="0"/>
                <a:ea typeface="Tahoma" panose="020B0604030504040204" pitchFamily="34" charset="0"/>
                <a:cs typeface="Tahoma" panose="020B0604030504040204" pitchFamily="34" charset="0"/>
              </a:rPr>
              <a:t>books,</a:t>
            </a:r>
            <a:r>
              <a:rPr lang="en-US" sz="2400" spc="-15" dirty="0">
                <a:latin typeface="Tahoma" panose="020B0604030504040204" pitchFamily="34" charset="0"/>
                <a:ea typeface="Tahoma" panose="020B0604030504040204" pitchFamily="34" charset="0"/>
                <a:cs typeface="Tahoma" panose="020B0604030504040204" pitchFamily="34" charset="0"/>
              </a:rPr>
              <a:t> </a:t>
            </a:r>
            <a:r>
              <a:rPr lang="en-US" sz="2400" spc="65" dirty="0">
                <a:latin typeface="Tahoma" panose="020B0604030504040204" pitchFamily="34" charset="0"/>
                <a:ea typeface="Tahoma" panose="020B0604030504040204" pitchFamily="34" charset="0"/>
                <a:cs typeface="Tahoma" panose="020B0604030504040204" pitchFamily="34" charset="0"/>
              </a:rPr>
              <a:t>finding </a:t>
            </a:r>
            <a:r>
              <a:rPr lang="en-US" sz="2400" spc="-740" dirty="0">
                <a:latin typeface="Tahoma" panose="020B0604030504040204" pitchFamily="34" charset="0"/>
                <a:ea typeface="Tahoma" panose="020B0604030504040204" pitchFamily="34" charset="0"/>
                <a:cs typeface="Tahoma" panose="020B0604030504040204" pitchFamily="34" charset="0"/>
              </a:rPr>
              <a:t> </a:t>
            </a:r>
            <a:r>
              <a:rPr lang="en-US" sz="2400" spc="-5" dirty="0">
                <a:latin typeface="Tahoma" panose="020B0604030504040204" pitchFamily="34" charset="0"/>
                <a:ea typeface="Tahoma" panose="020B0604030504040204" pitchFamily="34" charset="0"/>
                <a:cs typeface="Tahoma" panose="020B0604030504040204" pitchFamily="34" charset="0"/>
              </a:rPr>
              <a:t>hints</a:t>
            </a:r>
            <a:r>
              <a:rPr lang="en-US" sz="2400" spc="-110" dirty="0">
                <a:latin typeface="Tahoma" panose="020B0604030504040204" pitchFamily="34" charset="0"/>
                <a:ea typeface="Tahoma" panose="020B0604030504040204" pitchFamily="34" charset="0"/>
                <a:cs typeface="Tahoma" panose="020B0604030504040204" pitchFamily="34" charset="0"/>
              </a:rPr>
              <a:t> </a:t>
            </a:r>
            <a:r>
              <a:rPr lang="en-US" sz="2400" spc="70" dirty="0">
                <a:latin typeface="Tahoma" panose="020B0604030504040204" pitchFamily="34" charset="0"/>
                <a:ea typeface="Tahoma" panose="020B0604030504040204" pitchFamily="34" charset="0"/>
                <a:cs typeface="Tahoma" panose="020B0604030504040204" pitchFamily="34" charset="0"/>
              </a:rPr>
              <a:t>of</a:t>
            </a:r>
            <a:r>
              <a:rPr lang="en-US" sz="2400" spc="-105" dirty="0">
                <a:latin typeface="Tahoma" panose="020B0604030504040204" pitchFamily="34" charset="0"/>
                <a:ea typeface="Tahoma" panose="020B0604030504040204" pitchFamily="34" charset="0"/>
                <a:cs typeface="Tahoma" panose="020B0604030504040204" pitchFamily="34" charset="0"/>
              </a:rPr>
              <a:t> </a:t>
            </a:r>
            <a:r>
              <a:rPr lang="en-US" sz="2400" spc="65" dirty="0">
                <a:latin typeface="Tahoma" panose="020B0604030504040204" pitchFamily="34" charset="0"/>
                <a:ea typeface="Tahoma" panose="020B0604030504040204" pitchFamily="34" charset="0"/>
                <a:cs typeface="Tahoma" panose="020B0604030504040204" pitchFamily="34" charset="0"/>
              </a:rPr>
              <a:t>passwords</a:t>
            </a:r>
            <a:r>
              <a:rPr lang="en-US" sz="2400" spc="-105" dirty="0">
                <a:latin typeface="Tahoma" panose="020B0604030504040204" pitchFamily="34" charset="0"/>
                <a:ea typeface="Tahoma" panose="020B0604030504040204" pitchFamily="34" charset="0"/>
                <a:cs typeface="Tahoma" panose="020B0604030504040204" pitchFamily="34" charset="0"/>
              </a:rPr>
              <a:t> </a:t>
            </a:r>
            <a:r>
              <a:rPr lang="en-US" sz="2400" spc="-60" dirty="0">
                <a:latin typeface="Tahoma" panose="020B0604030504040204" pitchFamily="34" charset="0"/>
                <a:ea typeface="Tahoma" panose="020B0604030504040204" pitchFamily="34" charset="0"/>
                <a:cs typeface="Tahoma" panose="020B0604030504040204" pitchFamily="34" charset="0"/>
              </a:rPr>
              <a:t>etc.</a:t>
            </a:r>
            <a:endParaRPr lang="en-US" sz="2400" dirty="0">
              <a:latin typeface="Tahoma" panose="020B0604030504040204" pitchFamily="34" charset="0"/>
              <a:ea typeface="Tahoma" panose="020B0604030504040204" pitchFamily="34" charset="0"/>
              <a:cs typeface="Tahoma" panose="020B0604030504040204" pitchFamily="34" charset="0"/>
            </a:endParaRPr>
          </a:p>
          <a:p>
            <a:pPr marL="286385" marR="5080" indent="-274320" algn="just">
              <a:lnSpc>
                <a:spcPts val="2590"/>
              </a:lnSpc>
              <a:spcBef>
                <a:spcPts val="575"/>
              </a:spcBef>
            </a:pPr>
            <a:r>
              <a:rPr lang="en-US" sz="2400" b="1" spc="-100" dirty="0">
                <a:latin typeface="Tahoma" panose="020B0604030504040204" pitchFamily="34" charset="0"/>
                <a:ea typeface="Tahoma" panose="020B0604030504040204" pitchFamily="34" charset="0"/>
                <a:cs typeface="Tahoma" panose="020B0604030504040204" pitchFamily="34" charset="0"/>
              </a:rPr>
              <a:t>Operating</a:t>
            </a:r>
            <a:r>
              <a:rPr lang="en-US" sz="2400" b="1" spc="-180" dirty="0">
                <a:latin typeface="Tahoma" panose="020B0604030504040204" pitchFamily="34" charset="0"/>
                <a:ea typeface="Tahoma" panose="020B0604030504040204" pitchFamily="34" charset="0"/>
                <a:cs typeface="Tahoma" panose="020B0604030504040204" pitchFamily="34" charset="0"/>
              </a:rPr>
              <a:t> </a:t>
            </a:r>
            <a:r>
              <a:rPr lang="en-US" sz="2400" b="1" spc="-165" dirty="0">
                <a:latin typeface="Tahoma" panose="020B0604030504040204" pitchFamily="34" charset="0"/>
                <a:ea typeface="Tahoma" panose="020B0604030504040204" pitchFamily="34" charset="0"/>
                <a:cs typeface="Tahoma" panose="020B0604030504040204" pitchFamily="34" charset="0"/>
              </a:rPr>
              <a:t>System</a:t>
            </a:r>
            <a:r>
              <a:rPr lang="en-US" sz="2400" b="1" spc="-180" dirty="0">
                <a:latin typeface="Tahoma" panose="020B0604030504040204" pitchFamily="34" charset="0"/>
                <a:ea typeface="Tahoma" panose="020B0604030504040204" pitchFamily="34" charset="0"/>
                <a:cs typeface="Tahoma" panose="020B0604030504040204" pitchFamily="34" charset="0"/>
              </a:rPr>
              <a:t> </a:t>
            </a:r>
            <a:r>
              <a:rPr lang="en-US" sz="2400" spc="-95" dirty="0">
                <a:latin typeface="Tahoma" panose="020B0604030504040204" pitchFamily="34" charset="0"/>
                <a:ea typeface="Tahoma" panose="020B0604030504040204" pitchFamily="34" charset="0"/>
                <a:cs typeface="Tahoma" panose="020B0604030504040204" pitchFamily="34" charset="0"/>
              </a:rPr>
              <a:t>– </a:t>
            </a:r>
            <a:r>
              <a:rPr lang="en-US" sz="2400" spc="40" dirty="0">
                <a:latin typeface="Tahoma" panose="020B0604030504040204" pitchFamily="34" charset="0"/>
                <a:ea typeface="Tahoma" panose="020B0604030504040204" pitchFamily="34" charset="0"/>
                <a:cs typeface="Tahoma" panose="020B0604030504040204" pitchFamily="34" charset="0"/>
              </a:rPr>
              <a:t>Protect</a:t>
            </a:r>
            <a:r>
              <a:rPr lang="en-US" sz="2400" spc="-90" dirty="0">
                <a:latin typeface="Tahoma" panose="020B0604030504040204" pitchFamily="34" charset="0"/>
                <a:ea typeface="Tahoma" panose="020B0604030504040204" pitchFamily="34" charset="0"/>
                <a:cs typeface="Tahoma" panose="020B0604030504040204" pitchFamily="34" charset="0"/>
              </a:rPr>
              <a:t> </a:t>
            </a:r>
            <a:r>
              <a:rPr lang="en-US" sz="2400" spc="80" dirty="0">
                <a:latin typeface="Tahoma" panose="020B0604030504040204" pitchFamily="34" charset="0"/>
                <a:ea typeface="Tahoma" panose="020B0604030504040204" pitchFamily="34" charset="0"/>
                <a:cs typeface="Tahoma" panose="020B0604030504040204" pitchFamily="34" charset="0"/>
              </a:rPr>
              <a:t>from</a:t>
            </a:r>
            <a:r>
              <a:rPr lang="en-US" sz="2400" spc="-100" dirty="0">
                <a:latin typeface="Tahoma" panose="020B0604030504040204" pitchFamily="34" charset="0"/>
                <a:ea typeface="Tahoma" panose="020B0604030504040204" pitchFamily="34" charset="0"/>
                <a:cs typeface="Tahoma" panose="020B0604030504040204" pitchFamily="34" charset="0"/>
              </a:rPr>
              <a:t> </a:t>
            </a:r>
            <a:r>
              <a:rPr lang="en-US" sz="2400" spc="60" dirty="0">
                <a:latin typeface="Tahoma" panose="020B0604030504040204" pitchFamily="34" charset="0"/>
                <a:ea typeface="Tahoma" panose="020B0604030504040204" pitchFamily="34" charset="0"/>
                <a:cs typeface="Tahoma" panose="020B0604030504040204" pitchFamily="34" charset="0"/>
              </a:rPr>
              <a:t>accidental</a:t>
            </a:r>
            <a:r>
              <a:rPr lang="en-US" sz="2400" spc="-90" dirty="0">
                <a:latin typeface="Tahoma" panose="020B0604030504040204" pitchFamily="34" charset="0"/>
                <a:ea typeface="Tahoma" panose="020B0604030504040204" pitchFamily="34" charset="0"/>
                <a:cs typeface="Tahoma" panose="020B0604030504040204" pitchFamily="34" charset="0"/>
              </a:rPr>
              <a:t> </a:t>
            </a:r>
            <a:r>
              <a:rPr lang="en-US" sz="2400" spc="60" dirty="0">
                <a:latin typeface="Tahoma" panose="020B0604030504040204" pitchFamily="34" charset="0"/>
                <a:ea typeface="Tahoma" panose="020B0604030504040204" pitchFamily="34" charset="0"/>
                <a:cs typeface="Tahoma" panose="020B0604030504040204" pitchFamily="34" charset="0"/>
              </a:rPr>
              <a:t>or</a:t>
            </a:r>
            <a:r>
              <a:rPr lang="en-US" sz="2400" spc="-95" dirty="0">
                <a:latin typeface="Tahoma" panose="020B0604030504040204" pitchFamily="34" charset="0"/>
                <a:ea typeface="Tahoma" panose="020B0604030504040204" pitchFamily="34" charset="0"/>
                <a:cs typeface="Tahoma" panose="020B0604030504040204" pitchFamily="34" charset="0"/>
              </a:rPr>
              <a:t> </a:t>
            </a:r>
            <a:r>
              <a:rPr lang="en-US" sz="2400" spc="40" dirty="0">
                <a:latin typeface="Tahoma" panose="020B0604030504040204" pitchFamily="34" charset="0"/>
                <a:ea typeface="Tahoma" panose="020B0604030504040204" pitchFamily="34" charset="0"/>
                <a:cs typeface="Tahoma" panose="020B0604030504040204" pitchFamily="34" charset="0"/>
              </a:rPr>
              <a:t>purposeful </a:t>
            </a:r>
            <a:r>
              <a:rPr lang="en-US" sz="2400" spc="-735" dirty="0">
                <a:latin typeface="Tahoma" panose="020B0604030504040204" pitchFamily="34" charset="0"/>
                <a:ea typeface="Tahoma" panose="020B0604030504040204" pitchFamily="34" charset="0"/>
                <a:cs typeface="Tahoma" panose="020B0604030504040204" pitchFamily="34" charset="0"/>
              </a:rPr>
              <a:t> </a:t>
            </a:r>
            <a:r>
              <a:rPr lang="en-US" sz="2400" spc="70" dirty="0">
                <a:latin typeface="Tahoma" panose="020B0604030504040204" pitchFamily="34" charset="0"/>
                <a:ea typeface="Tahoma" panose="020B0604030504040204" pitchFamily="34" charset="0"/>
                <a:cs typeface="Tahoma" panose="020B0604030504040204" pitchFamily="34" charset="0"/>
              </a:rPr>
              <a:t>security</a:t>
            </a:r>
            <a:r>
              <a:rPr lang="en-US" sz="2400" spc="-35" dirty="0">
                <a:latin typeface="Tahoma" panose="020B0604030504040204" pitchFamily="34" charset="0"/>
                <a:ea typeface="Tahoma" panose="020B0604030504040204" pitchFamily="34" charset="0"/>
                <a:cs typeface="Tahoma" panose="020B0604030504040204" pitchFamily="34" charset="0"/>
              </a:rPr>
              <a:t> </a:t>
            </a:r>
            <a:r>
              <a:rPr lang="en-US" sz="2400" spc="60" dirty="0">
                <a:latin typeface="Tahoma" panose="020B0604030504040204" pitchFamily="34" charset="0"/>
                <a:ea typeface="Tahoma" panose="020B0604030504040204" pitchFamily="34" charset="0"/>
                <a:cs typeface="Tahoma" panose="020B0604030504040204" pitchFamily="34" charset="0"/>
              </a:rPr>
              <a:t>breaches,</a:t>
            </a:r>
            <a:r>
              <a:rPr lang="en-US" sz="2400" spc="-35" dirty="0">
                <a:latin typeface="Tahoma" panose="020B0604030504040204" pitchFamily="34" charset="0"/>
                <a:ea typeface="Tahoma" panose="020B0604030504040204" pitchFamily="34" charset="0"/>
                <a:cs typeface="Tahoma" panose="020B0604030504040204" pitchFamily="34" charset="0"/>
              </a:rPr>
              <a:t> </a:t>
            </a:r>
            <a:r>
              <a:rPr lang="en-US" sz="2400" spc="75" dirty="0">
                <a:latin typeface="Tahoma" panose="020B0604030504040204" pitchFamily="34" charset="0"/>
                <a:ea typeface="Tahoma" panose="020B0604030504040204" pitchFamily="34" charset="0"/>
                <a:cs typeface="Tahoma" panose="020B0604030504040204" pitchFamily="34" charset="0"/>
              </a:rPr>
              <a:t>protection</a:t>
            </a:r>
            <a:r>
              <a:rPr lang="en-US" sz="2400" spc="-35" dirty="0">
                <a:latin typeface="Tahoma" panose="020B0604030504040204" pitchFamily="34" charset="0"/>
                <a:ea typeface="Tahoma" panose="020B0604030504040204" pitchFamily="34" charset="0"/>
                <a:cs typeface="Tahoma" panose="020B0604030504040204" pitchFamily="34" charset="0"/>
              </a:rPr>
              <a:t> </a:t>
            </a:r>
            <a:r>
              <a:rPr lang="en-US" sz="2400" spc="75" dirty="0">
                <a:latin typeface="Tahoma" panose="020B0604030504040204" pitchFamily="34" charset="0"/>
                <a:ea typeface="Tahoma" panose="020B0604030504040204" pitchFamily="34" charset="0"/>
                <a:cs typeface="Tahoma" panose="020B0604030504040204" pitchFamily="34" charset="0"/>
              </a:rPr>
              <a:t>mechanisms,</a:t>
            </a:r>
            <a:r>
              <a:rPr lang="en-US" sz="2400" spc="-30" dirty="0">
                <a:latin typeface="Tahoma" panose="020B0604030504040204" pitchFamily="34" charset="0"/>
                <a:ea typeface="Tahoma" panose="020B0604030504040204" pitchFamily="34" charset="0"/>
                <a:cs typeface="Tahoma" panose="020B0604030504040204" pitchFamily="34" charset="0"/>
              </a:rPr>
              <a:t> </a:t>
            </a:r>
            <a:r>
              <a:rPr lang="en-US" sz="2400" spc="75" dirty="0">
                <a:latin typeface="Tahoma" panose="020B0604030504040204" pitchFamily="34" charset="0"/>
                <a:ea typeface="Tahoma" panose="020B0604030504040204" pitchFamily="34" charset="0"/>
                <a:cs typeface="Tahoma" panose="020B0604030504040204" pitchFamily="34" charset="0"/>
              </a:rPr>
              <a:t>debugging, </a:t>
            </a:r>
            <a:r>
              <a:rPr lang="en-US" sz="2400" spc="-735" dirty="0">
                <a:latin typeface="Tahoma" panose="020B0604030504040204" pitchFamily="34" charset="0"/>
                <a:ea typeface="Tahoma" panose="020B0604030504040204" pitchFamily="34" charset="0"/>
                <a:cs typeface="Tahoma" panose="020B0604030504040204" pitchFamily="34" charset="0"/>
              </a:rPr>
              <a:t> </a:t>
            </a:r>
            <a:r>
              <a:rPr lang="en-US" sz="2400" spc="55" dirty="0">
                <a:latin typeface="Tahoma" panose="020B0604030504040204" pitchFamily="34" charset="0"/>
                <a:ea typeface="Tahoma" panose="020B0604030504040204" pitchFamily="34" charset="0"/>
                <a:cs typeface="Tahoma" panose="020B0604030504040204" pitchFamily="34" charset="0"/>
              </a:rPr>
              <a:t>updating</a:t>
            </a:r>
            <a:r>
              <a:rPr lang="en-US" sz="2400" spc="-105" dirty="0">
                <a:latin typeface="Tahoma" panose="020B0604030504040204" pitchFamily="34" charset="0"/>
                <a:ea typeface="Tahoma" panose="020B0604030504040204" pitchFamily="34" charset="0"/>
                <a:cs typeface="Tahoma" panose="020B0604030504040204" pitchFamily="34" charset="0"/>
              </a:rPr>
              <a:t> </a:t>
            </a:r>
            <a:r>
              <a:rPr lang="en-US" sz="2400" spc="-60" dirty="0">
                <a:latin typeface="Tahoma" panose="020B0604030504040204" pitchFamily="34" charset="0"/>
                <a:ea typeface="Tahoma" panose="020B0604030504040204" pitchFamily="34" charset="0"/>
                <a:cs typeface="Tahoma" panose="020B0604030504040204" pitchFamily="34" charset="0"/>
              </a:rPr>
              <a:t>etc.</a:t>
            </a:r>
            <a:r>
              <a:rPr lang="en-US" sz="2400" spc="-100" dirty="0">
                <a:latin typeface="Tahoma" panose="020B0604030504040204" pitchFamily="34" charset="0"/>
                <a:ea typeface="Tahoma" panose="020B0604030504040204" pitchFamily="34" charset="0"/>
                <a:cs typeface="Tahoma" panose="020B0604030504040204" pitchFamily="34" charset="0"/>
              </a:rPr>
              <a:t> </a:t>
            </a:r>
            <a:r>
              <a:rPr lang="en-US" sz="2400" spc="25" dirty="0">
                <a:latin typeface="Tahoma" panose="020B0604030504040204" pitchFamily="34" charset="0"/>
                <a:ea typeface="Tahoma" panose="020B0604030504040204" pitchFamily="34" charset="0"/>
                <a:cs typeface="Tahoma" panose="020B0604030504040204" pitchFamily="34" charset="0"/>
              </a:rPr>
              <a:t>(finding</a:t>
            </a:r>
            <a:r>
              <a:rPr lang="en-US" sz="2400" spc="-100" dirty="0">
                <a:latin typeface="Tahoma" panose="020B0604030504040204" pitchFamily="34" charset="0"/>
                <a:ea typeface="Tahoma" panose="020B0604030504040204" pitchFamily="34" charset="0"/>
                <a:cs typeface="Tahoma" panose="020B0604030504040204" pitchFamily="34" charset="0"/>
              </a:rPr>
              <a:t> </a:t>
            </a:r>
            <a:r>
              <a:rPr lang="en-US" sz="2400" spc="45" dirty="0">
                <a:latin typeface="Tahoma" panose="020B0604030504040204" pitchFamily="34" charset="0"/>
                <a:ea typeface="Tahoma" panose="020B0604030504040204" pitchFamily="34" charset="0"/>
                <a:cs typeface="Tahoma" panose="020B0604030504040204" pitchFamily="34" charset="0"/>
              </a:rPr>
              <a:t>possible</a:t>
            </a:r>
            <a:r>
              <a:rPr lang="en-US" sz="2400" spc="-105" dirty="0">
                <a:latin typeface="Tahoma" panose="020B0604030504040204" pitchFamily="34" charset="0"/>
                <a:ea typeface="Tahoma" panose="020B0604030504040204" pitchFamily="34" charset="0"/>
                <a:cs typeface="Tahoma" panose="020B0604030504040204" pitchFamily="34" charset="0"/>
              </a:rPr>
              <a:t> </a:t>
            </a:r>
            <a:r>
              <a:rPr lang="en-US" sz="2400" spc="65" dirty="0">
                <a:latin typeface="Tahoma" panose="020B0604030504040204" pitchFamily="34" charset="0"/>
                <a:ea typeface="Tahoma" panose="020B0604030504040204" pitchFamily="34" charset="0"/>
                <a:cs typeface="Tahoma" panose="020B0604030504040204" pitchFamily="34" charset="0"/>
              </a:rPr>
              <a:t>breaches</a:t>
            </a:r>
            <a:r>
              <a:rPr lang="en-US" sz="2400" spc="-100" dirty="0">
                <a:latin typeface="Tahoma" panose="020B0604030504040204" pitchFamily="34" charset="0"/>
                <a:ea typeface="Tahoma" panose="020B0604030504040204" pitchFamily="34" charset="0"/>
                <a:cs typeface="Tahoma" panose="020B0604030504040204" pitchFamily="34" charset="0"/>
              </a:rPr>
              <a:t> </a:t>
            </a:r>
            <a:r>
              <a:rPr lang="en-US" sz="2400" spc="-5" dirty="0">
                <a:latin typeface="Tahoma" panose="020B0604030504040204" pitchFamily="34" charset="0"/>
                <a:ea typeface="Tahoma" panose="020B0604030504040204" pitchFamily="34" charset="0"/>
                <a:cs typeface="Tahoma" panose="020B0604030504040204" pitchFamily="34" charset="0"/>
              </a:rPr>
              <a:t>is</a:t>
            </a:r>
            <a:r>
              <a:rPr lang="en-US" sz="2400" spc="-105" dirty="0">
                <a:latin typeface="Tahoma" panose="020B0604030504040204" pitchFamily="34" charset="0"/>
                <a:ea typeface="Tahoma" panose="020B0604030504040204" pitchFamily="34" charset="0"/>
                <a:cs typeface="Tahoma" panose="020B0604030504040204" pitchFamily="34" charset="0"/>
              </a:rPr>
              <a:t> </a:t>
            </a:r>
            <a:r>
              <a:rPr lang="en-US" sz="2400" spc="30" dirty="0">
                <a:latin typeface="Tahoma" panose="020B0604030504040204" pitchFamily="34" charset="0"/>
                <a:ea typeface="Tahoma" panose="020B0604030504040204" pitchFamily="34" charset="0"/>
                <a:cs typeface="Tahoma" panose="020B0604030504040204" pitchFamily="34" charset="0"/>
              </a:rPr>
              <a:t>endless)</a:t>
            </a:r>
            <a:endParaRPr lang="en-US" sz="2400" dirty="0">
              <a:latin typeface="Tahoma" panose="020B0604030504040204" pitchFamily="34" charset="0"/>
              <a:ea typeface="Tahoma" panose="020B0604030504040204" pitchFamily="34" charset="0"/>
              <a:cs typeface="Tahoma" panose="020B0604030504040204" pitchFamily="34" charset="0"/>
            </a:endParaRPr>
          </a:p>
          <a:p>
            <a:pPr marL="286385" marR="5080" indent="-274320" algn="just">
              <a:lnSpc>
                <a:spcPts val="2590"/>
              </a:lnSpc>
              <a:spcBef>
                <a:spcPts val="575"/>
              </a:spcBef>
            </a:pPr>
            <a:r>
              <a:rPr lang="en-US" sz="2400" b="1" spc="-85" dirty="0">
                <a:latin typeface="Tahoma" panose="020B0604030504040204" pitchFamily="34" charset="0"/>
                <a:ea typeface="Tahoma" panose="020B0604030504040204" pitchFamily="34" charset="0"/>
                <a:cs typeface="Tahoma" panose="020B0604030504040204" pitchFamily="34" charset="0"/>
              </a:rPr>
              <a:t>Network</a:t>
            </a:r>
            <a:r>
              <a:rPr lang="en-US" sz="2400" spc="-100" dirty="0">
                <a:latin typeface="Tahoma" panose="020B0604030504040204" pitchFamily="34" charset="0"/>
                <a:ea typeface="Tahoma" panose="020B0604030504040204" pitchFamily="34" charset="0"/>
                <a:cs typeface="Tahoma" panose="020B0604030504040204" pitchFamily="34" charset="0"/>
              </a:rPr>
              <a:t> </a:t>
            </a:r>
            <a:r>
              <a:rPr lang="en-US" sz="2400" spc="-95" dirty="0">
                <a:latin typeface="Tahoma" panose="020B0604030504040204" pitchFamily="34" charset="0"/>
                <a:ea typeface="Tahoma" panose="020B0604030504040204" pitchFamily="34" charset="0"/>
                <a:cs typeface="Tahoma" panose="020B0604030504040204" pitchFamily="34" charset="0"/>
              </a:rPr>
              <a:t>–</a:t>
            </a:r>
            <a:r>
              <a:rPr lang="en-US" sz="2400" spc="-5" dirty="0">
                <a:latin typeface="Tahoma" panose="020B0604030504040204" pitchFamily="34" charset="0"/>
                <a:ea typeface="Tahoma" panose="020B0604030504040204" pitchFamily="34" charset="0"/>
                <a:cs typeface="Tahoma" panose="020B0604030504040204" pitchFamily="34" charset="0"/>
              </a:rPr>
              <a:t> </a:t>
            </a:r>
            <a:r>
              <a:rPr lang="en-US" sz="2400" spc="95" dirty="0">
                <a:latin typeface="Tahoma" panose="020B0604030504040204" pitchFamily="34" charset="0"/>
                <a:ea typeface="Tahoma" panose="020B0604030504040204" pitchFamily="34" charset="0"/>
                <a:cs typeface="Tahoma" panose="020B0604030504040204" pitchFamily="34" charset="0"/>
              </a:rPr>
              <a:t>Most</a:t>
            </a:r>
            <a:r>
              <a:rPr lang="en-US" sz="2400" spc="-5" dirty="0">
                <a:latin typeface="Tahoma" panose="020B0604030504040204" pitchFamily="34" charset="0"/>
                <a:ea typeface="Tahoma" panose="020B0604030504040204" pitchFamily="34" charset="0"/>
                <a:cs typeface="Tahoma" panose="020B0604030504040204" pitchFamily="34" charset="0"/>
              </a:rPr>
              <a:t> </a:t>
            </a:r>
            <a:r>
              <a:rPr lang="en-US" sz="2400" spc="130" dirty="0">
                <a:latin typeface="Tahoma" panose="020B0604030504040204" pitchFamily="34" charset="0"/>
                <a:ea typeface="Tahoma" panose="020B0604030504040204" pitchFamily="34" charset="0"/>
                <a:cs typeface="Tahoma" panose="020B0604030504040204" pitchFamily="34" charset="0"/>
              </a:rPr>
              <a:t>data</a:t>
            </a:r>
            <a:r>
              <a:rPr lang="en-US" sz="2400" spc="-5" dirty="0">
                <a:latin typeface="Tahoma" panose="020B0604030504040204" pitchFamily="34" charset="0"/>
                <a:ea typeface="Tahoma" panose="020B0604030504040204" pitchFamily="34" charset="0"/>
                <a:cs typeface="Tahoma" panose="020B0604030504040204" pitchFamily="34" charset="0"/>
              </a:rPr>
              <a:t> </a:t>
            </a:r>
            <a:r>
              <a:rPr lang="en-US" sz="2400" spc="130" dirty="0">
                <a:latin typeface="Tahoma" panose="020B0604030504040204" pitchFamily="34" charset="0"/>
                <a:ea typeface="Tahoma" panose="020B0604030504040204" pitchFamily="34" charset="0"/>
                <a:cs typeface="Tahoma" panose="020B0604030504040204" pitchFamily="34" charset="0"/>
              </a:rPr>
              <a:t>today</a:t>
            </a:r>
            <a:r>
              <a:rPr lang="en-US" sz="2400" spc="-5" dirty="0">
                <a:latin typeface="Tahoma" panose="020B0604030504040204" pitchFamily="34" charset="0"/>
                <a:ea typeface="Tahoma" panose="020B0604030504040204" pitchFamily="34" charset="0"/>
                <a:cs typeface="Tahoma" panose="020B0604030504040204" pitchFamily="34" charset="0"/>
              </a:rPr>
              <a:t> </a:t>
            </a:r>
            <a:r>
              <a:rPr lang="en-US" sz="2400" spc="70" dirty="0">
                <a:latin typeface="Tahoma" panose="020B0604030504040204" pitchFamily="34" charset="0"/>
                <a:ea typeface="Tahoma" panose="020B0604030504040204" pitchFamily="34" charset="0"/>
                <a:cs typeface="Tahoma" panose="020B0604030504040204" pitchFamily="34" charset="0"/>
              </a:rPr>
              <a:t>travels</a:t>
            </a:r>
            <a:r>
              <a:rPr lang="en-US" sz="2400" spc="-15" dirty="0">
                <a:latin typeface="Tahoma" panose="020B0604030504040204" pitchFamily="34" charset="0"/>
                <a:ea typeface="Tahoma" panose="020B0604030504040204" pitchFamily="34" charset="0"/>
                <a:cs typeface="Tahoma" panose="020B0604030504040204" pitchFamily="34" charset="0"/>
              </a:rPr>
              <a:t> </a:t>
            </a:r>
            <a:r>
              <a:rPr lang="en-US" sz="2400" spc="85" dirty="0">
                <a:latin typeface="Tahoma" panose="020B0604030504040204" pitchFamily="34" charset="0"/>
                <a:ea typeface="Tahoma" panose="020B0604030504040204" pitchFamily="34" charset="0"/>
                <a:cs typeface="Tahoma" panose="020B0604030504040204" pitchFamily="34" charset="0"/>
              </a:rPr>
              <a:t>over</a:t>
            </a:r>
            <a:r>
              <a:rPr lang="en-US" sz="2400" spc="-5" dirty="0">
                <a:latin typeface="Tahoma" panose="020B0604030504040204" pitchFamily="34" charset="0"/>
                <a:ea typeface="Tahoma" panose="020B0604030504040204" pitchFamily="34" charset="0"/>
                <a:cs typeface="Tahoma" panose="020B0604030504040204" pitchFamily="34" charset="0"/>
              </a:rPr>
              <a:t> </a:t>
            </a:r>
            <a:r>
              <a:rPr lang="en-US" sz="2400" spc="35" dirty="0">
                <a:latin typeface="Tahoma" panose="020B0604030504040204" pitchFamily="34" charset="0"/>
                <a:ea typeface="Tahoma" panose="020B0604030504040204" pitchFamily="34" charset="0"/>
                <a:cs typeface="Tahoma" panose="020B0604030504040204" pitchFamily="34" charset="0"/>
              </a:rPr>
              <a:t>the</a:t>
            </a:r>
            <a:r>
              <a:rPr lang="en-US" sz="2400" spc="-10" dirty="0">
                <a:latin typeface="Tahoma" panose="020B0604030504040204" pitchFamily="34" charset="0"/>
                <a:ea typeface="Tahoma" panose="020B0604030504040204" pitchFamily="34" charset="0"/>
                <a:cs typeface="Tahoma" panose="020B0604030504040204" pitchFamily="34" charset="0"/>
              </a:rPr>
              <a:t> </a:t>
            </a:r>
            <a:r>
              <a:rPr lang="en-US" sz="2400" spc="100" dirty="0">
                <a:latin typeface="Tahoma" panose="020B0604030504040204" pitchFamily="34" charset="0"/>
                <a:ea typeface="Tahoma" panose="020B0604030504040204" pitchFamily="34" charset="0"/>
                <a:cs typeface="Tahoma" panose="020B0604030504040204" pitchFamily="34" charset="0"/>
              </a:rPr>
              <a:t>shared</a:t>
            </a:r>
            <a:r>
              <a:rPr lang="en-US" sz="2400" spc="5" dirty="0">
                <a:latin typeface="Tahoma" panose="020B0604030504040204" pitchFamily="34" charset="0"/>
                <a:ea typeface="Tahoma" panose="020B0604030504040204" pitchFamily="34" charset="0"/>
                <a:cs typeface="Tahoma" panose="020B0604030504040204" pitchFamily="34" charset="0"/>
              </a:rPr>
              <a:t> </a:t>
            </a:r>
            <a:r>
              <a:rPr lang="en-US" sz="2400" spc="45" dirty="0">
                <a:latin typeface="Tahoma" panose="020B0604030504040204" pitchFamily="34" charset="0"/>
                <a:ea typeface="Tahoma" panose="020B0604030504040204" pitchFamily="34" charset="0"/>
                <a:cs typeface="Tahoma" panose="020B0604030504040204" pitchFamily="34" charset="0"/>
              </a:rPr>
              <a:t>lines </a:t>
            </a:r>
            <a:r>
              <a:rPr lang="en-US" sz="2400" spc="-740" dirty="0">
                <a:latin typeface="Tahoma" panose="020B0604030504040204" pitchFamily="34" charset="0"/>
                <a:ea typeface="Tahoma" panose="020B0604030504040204" pitchFamily="34" charset="0"/>
                <a:cs typeface="Tahoma" panose="020B0604030504040204" pitchFamily="34" charset="0"/>
              </a:rPr>
              <a:t> </a:t>
            </a:r>
            <a:r>
              <a:rPr lang="en-US" sz="2400" spc="5" dirty="0">
                <a:latin typeface="Tahoma" panose="020B0604030504040204" pitchFamily="34" charset="0"/>
                <a:ea typeface="Tahoma" panose="020B0604030504040204" pitchFamily="34" charset="0"/>
                <a:cs typeface="Tahoma" panose="020B0604030504040204" pitchFamily="34" charset="0"/>
              </a:rPr>
              <a:t>like</a:t>
            </a:r>
            <a:r>
              <a:rPr lang="en-US" sz="2400" spc="-110" dirty="0">
                <a:latin typeface="Tahoma" panose="020B0604030504040204" pitchFamily="34" charset="0"/>
                <a:ea typeface="Tahoma" panose="020B0604030504040204" pitchFamily="34" charset="0"/>
                <a:cs typeface="Tahoma" panose="020B0604030504040204" pitchFamily="34" charset="0"/>
              </a:rPr>
              <a:t> </a:t>
            </a:r>
            <a:r>
              <a:rPr lang="en-US" sz="2400" spc="-35" dirty="0">
                <a:latin typeface="Tahoma" panose="020B0604030504040204" pitchFamily="34" charset="0"/>
                <a:ea typeface="Tahoma" panose="020B0604030504040204" pitchFamily="34" charset="0"/>
                <a:cs typeface="Tahoma" panose="020B0604030504040204" pitchFamily="34" charset="0"/>
              </a:rPr>
              <a:t>internet,</a:t>
            </a:r>
            <a:r>
              <a:rPr lang="en-US" sz="2400" spc="-105" dirty="0">
                <a:latin typeface="Tahoma" panose="020B0604030504040204" pitchFamily="34" charset="0"/>
                <a:ea typeface="Tahoma" panose="020B0604030504040204" pitchFamily="34" charset="0"/>
                <a:cs typeface="Tahoma" panose="020B0604030504040204" pitchFamily="34" charset="0"/>
              </a:rPr>
              <a:t> </a:t>
            </a:r>
            <a:r>
              <a:rPr lang="en-US" sz="2400" spc="-25" dirty="0">
                <a:latin typeface="Tahoma" panose="020B0604030504040204" pitchFamily="34" charset="0"/>
                <a:ea typeface="Tahoma" panose="020B0604030504040204" pitchFamily="34" charset="0"/>
                <a:cs typeface="Tahoma" panose="020B0604030504040204" pitchFamily="34" charset="0"/>
              </a:rPr>
              <a:t>wireless,</a:t>
            </a:r>
            <a:r>
              <a:rPr lang="en-US" sz="2400" spc="-105" dirty="0">
                <a:latin typeface="Tahoma" panose="020B0604030504040204" pitchFamily="34" charset="0"/>
                <a:ea typeface="Tahoma" panose="020B0604030504040204" pitchFamily="34" charset="0"/>
                <a:cs typeface="Tahoma" panose="020B0604030504040204" pitchFamily="34" charset="0"/>
              </a:rPr>
              <a:t> </a:t>
            </a:r>
            <a:r>
              <a:rPr lang="en-US" sz="2400" spc="55" dirty="0">
                <a:latin typeface="Tahoma" panose="020B0604030504040204" pitchFamily="34" charset="0"/>
                <a:ea typeface="Tahoma" panose="020B0604030504040204" pitchFamily="34" charset="0"/>
                <a:cs typeface="Tahoma" panose="020B0604030504040204" pitchFamily="34" charset="0"/>
              </a:rPr>
              <a:t>lease</a:t>
            </a:r>
            <a:r>
              <a:rPr lang="en-US" sz="2400" spc="-105" dirty="0">
                <a:latin typeface="Tahoma" panose="020B0604030504040204" pitchFamily="34" charset="0"/>
                <a:ea typeface="Tahoma" panose="020B0604030504040204" pitchFamily="34" charset="0"/>
                <a:cs typeface="Tahoma" panose="020B0604030504040204" pitchFamily="34" charset="0"/>
              </a:rPr>
              <a:t> </a:t>
            </a:r>
            <a:r>
              <a:rPr lang="en-US" sz="2400" spc="5" dirty="0">
                <a:latin typeface="Tahoma" panose="020B0604030504040204" pitchFamily="34" charset="0"/>
                <a:ea typeface="Tahoma" panose="020B0604030504040204" pitchFamily="34" charset="0"/>
                <a:cs typeface="Tahoma" panose="020B0604030504040204" pitchFamily="34" charset="0"/>
              </a:rPr>
              <a:t>lines</a:t>
            </a:r>
            <a:r>
              <a:rPr lang="en-US" sz="2400" spc="-105" dirty="0">
                <a:latin typeface="Tahoma" panose="020B0604030504040204" pitchFamily="34" charset="0"/>
                <a:ea typeface="Tahoma" panose="020B0604030504040204" pitchFamily="34" charset="0"/>
                <a:cs typeface="Tahoma" panose="020B0604030504040204" pitchFamily="34" charset="0"/>
              </a:rPr>
              <a:t> </a:t>
            </a:r>
            <a:r>
              <a:rPr lang="en-US" sz="2400" spc="-60" dirty="0">
                <a:latin typeface="Tahoma" panose="020B0604030504040204" pitchFamily="34" charset="0"/>
                <a:ea typeface="Tahoma" panose="020B0604030504040204" pitchFamily="34" charset="0"/>
                <a:cs typeface="Tahoma" panose="020B0604030504040204" pitchFamily="34" charset="0"/>
              </a:rPr>
              <a:t>etc.</a:t>
            </a:r>
            <a:endParaRPr lang="en-US" sz="2400" dirty="0">
              <a:latin typeface="Tahoma" panose="020B0604030504040204" pitchFamily="34" charset="0"/>
              <a:ea typeface="Tahoma" panose="020B0604030504040204" pitchFamily="34" charset="0"/>
              <a:cs typeface="Tahoma" panose="020B0604030504040204" pitchFamily="34" charset="0"/>
            </a:endParaRPr>
          </a:p>
          <a:p>
            <a:endParaRPr lang="en-US" sz="2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63042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D676-7569-B775-EA4A-37D54120A285}"/>
              </a:ext>
            </a:extLst>
          </p:cNvPr>
          <p:cNvSpPr>
            <a:spLocks noGrp="1"/>
          </p:cNvSpPr>
          <p:nvPr>
            <p:ph type="title"/>
          </p:nvPr>
        </p:nvSpPr>
        <p:spPr/>
        <p:txBody>
          <a:bodyPr/>
          <a:lstStyle/>
          <a:p>
            <a:r>
              <a:rPr lang="en-US" b="1" spc="-20" dirty="0"/>
              <a:t>P</a:t>
            </a:r>
            <a:r>
              <a:rPr lang="en-US" b="1" spc="-15" dirty="0"/>
              <a:t>a</a:t>
            </a:r>
            <a:r>
              <a:rPr lang="en-US" b="1" spc="-125" dirty="0"/>
              <a:t>ss</a:t>
            </a:r>
            <a:r>
              <a:rPr lang="en-US" b="1" spc="-160" dirty="0"/>
              <a:t>w</a:t>
            </a:r>
            <a:r>
              <a:rPr lang="en-US" b="1" spc="-40" dirty="0"/>
              <a:t>o</a:t>
            </a:r>
            <a:r>
              <a:rPr lang="en-US" b="1" spc="-130" dirty="0"/>
              <a:t>r</a:t>
            </a:r>
            <a:r>
              <a:rPr lang="en-US" b="1" spc="-65" dirty="0"/>
              <a:t>d</a:t>
            </a:r>
            <a:r>
              <a:rPr lang="en-US" b="1" spc="-165" dirty="0"/>
              <a:t> </a:t>
            </a:r>
            <a:r>
              <a:rPr lang="en-US" b="1" spc="-55" dirty="0"/>
              <a:t>V</a:t>
            </a:r>
            <a:r>
              <a:rPr lang="en-US" b="1" spc="-155" dirty="0"/>
              <a:t>u</a:t>
            </a:r>
            <a:r>
              <a:rPr lang="en-US" b="1" spc="-125" dirty="0"/>
              <a:t>l</a:t>
            </a:r>
            <a:r>
              <a:rPr lang="en-US" b="1" spc="-135" dirty="0"/>
              <a:t>n</a:t>
            </a:r>
            <a:r>
              <a:rPr lang="en-US" b="1" spc="-105" dirty="0"/>
              <a:t>e</a:t>
            </a:r>
            <a:r>
              <a:rPr lang="en-US" b="1" spc="-130" dirty="0"/>
              <a:t>r</a:t>
            </a:r>
            <a:r>
              <a:rPr lang="en-US" b="1" spc="-15" dirty="0"/>
              <a:t>a</a:t>
            </a:r>
            <a:r>
              <a:rPr lang="en-US" b="1" spc="-60" dirty="0"/>
              <a:t>b</a:t>
            </a:r>
            <a:r>
              <a:rPr lang="en-US" b="1" spc="-150" dirty="0"/>
              <a:t>i</a:t>
            </a:r>
            <a:r>
              <a:rPr lang="en-US" b="1" spc="-125" dirty="0"/>
              <a:t>l</a:t>
            </a:r>
            <a:r>
              <a:rPr lang="en-US" b="1" spc="-150" dirty="0"/>
              <a:t>i</a:t>
            </a:r>
            <a:r>
              <a:rPr lang="en-US" b="1" spc="-170" dirty="0"/>
              <a:t>t</a:t>
            </a:r>
            <a:r>
              <a:rPr lang="en-US" b="1" spc="-150" dirty="0"/>
              <a:t>i</a:t>
            </a:r>
            <a:r>
              <a:rPr lang="en-US" b="1" spc="-105" dirty="0"/>
              <a:t>e</a:t>
            </a:r>
            <a:r>
              <a:rPr lang="en-US" b="1" spc="-130" dirty="0"/>
              <a:t>s</a:t>
            </a:r>
            <a:endParaRPr lang="en-US" b="1" dirty="0"/>
          </a:p>
        </p:txBody>
      </p:sp>
      <p:sp>
        <p:nvSpPr>
          <p:cNvPr id="3" name="Content Placeholder 2">
            <a:extLst>
              <a:ext uri="{FF2B5EF4-FFF2-40B4-BE49-F238E27FC236}">
                <a16:creationId xmlns:a16="http://schemas.microsoft.com/office/drawing/2014/main" id="{E297E89C-8931-83F6-39FD-A38254DFFD13}"/>
              </a:ext>
            </a:extLst>
          </p:cNvPr>
          <p:cNvSpPr>
            <a:spLocks noGrp="1"/>
          </p:cNvSpPr>
          <p:nvPr>
            <p:ph idx="1"/>
          </p:nvPr>
        </p:nvSpPr>
        <p:spPr/>
        <p:txBody>
          <a:bodyPr>
            <a:normAutofit fontScale="92500" lnSpcReduction="20000"/>
          </a:bodyPr>
          <a:lstStyle/>
          <a:p>
            <a:pPr marL="12065" marR="5080" indent="0" algn="just">
              <a:lnSpc>
                <a:spcPct val="79600"/>
              </a:lnSpc>
              <a:spcBef>
                <a:spcPts val="665"/>
              </a:spcBef>
              <a:buClr>
                <a:srgbClr val="0AD0D9"/>
              </a:buClr>
              <a:buSzPct val="95454"/>
              <a:buNone/>
              <a:tabLst>
                <a:tab pos="287020" algn="l"/>
              </a:tabLst>
            </a:pPr>
            <a:r>
              <a:rPr lang="en-US" sz="2200" spc="95" dirty="0">
                <a:latin typeface="Tahoma"/>
                <a:cs typeface="Tahoma"/>
              </a:rPr>
              <a:t>The </a:t>
            </a:r>
            <a:r>
              <a:rPr lang="en-US" sz="2200" spc="155" dirty="0">
                <a:latin typeface="Tahoma"/>
                <a:cs typeface="Tahoma"/>
              </a:rPr>
              <a:t>combination </a:t>
            </a:r>
            <a:r>
              <a:rPr lang="en-US" sz="2200" spc="114" dirty="0">
                <a:latin typeface="Tahoma"/>
                <a:cs typeface="Tahoma"/>
              </a:rPr>
              <a:t>of user id and</a:t>
            </a:r>
            <a:r>
              <a:rPr lang="en-US" sz="2200" spc="420" dirty="0">
                <a:latin typeface="Tahoma"/>
                <a:cs typeface="Tahoma"/>
              </a:rPr>
              <a:t> password is </a:t>
            </a:r>
            <a:r>
              <a:rPr lang="en-US" sz="2200" spc="135" dirty="0">
                <a:latin typeface="Tahoma"/>
                <a:cs typeface="Tahoma"/>
              </a:rPr>
              <a:t>usually </a:t>
            </a:r>
            <a:r>
              <a:rPr lang="en-US" sz="2200" spc="110" dirty="0">
                <a:latin typeface="Tahoma"/>
                <a:cs typeface="Tahoma"/>
              </a:rPr>
              <a:t>adequate</a:t>
            </a:r>
            <a:r>
              <a:rPr lang="en-US" sz="2200" spc="5" dirty="0">
                <a:latin typeface="Tahoma"/>
                <a:cs typeface="Tahoma"/>
              </a:rPr>
              <a:t> </a:t>
            </a:r>
            <a:r>
              <a:rPr lang="en-US" sz="2200" spc="50" dirty="0">
                <a:latin typeface="Tahoma"/>
                <a:cs typeface="Tahoma"/>
              </a:rPr>
              <a:t>to</a:t>
            </a:r>
            <a:r>
              <a:rPr lang="en-US" sz="2200" spc="5" dirty="0">
                <a:latin typeface="Tahoma"/>
                <a:cs typeface="Tahoma"/>
              </a:rPr>
              <a:t> </a:t>
            </a:r>
            <a:r>
              <a:rPr lang="en-US" sz="2200" spc="105" dirty="0">
                <a:latin typeface="Tahoma"/>
                <a:cs typeface="Tahoma"/>
              </a:rPr>
              <a:t>avoid</a:t>
            </a:r>
            <a:r>
              <a:rPr lang="en-US" sz="2200" spc="20" dirty="0">
                <a:latin typeface="Tahoma"/>
                <a:cs typeface="Tahoma"/>
              </a:rPr>
              <a:t> </a:t>
            </a:r>
            <a:r>
              <a:rPr lang="en-US" sz="2200" spc="50" dirty="0">
                <a:latin typeface="Tahoma"/>
                <a:cs typeface="Tahoma"/>
              </a:rPr>
              <a:t>hacks.</a:t>
            </a:r>
            <a:r>
              <a:rPr lang="en-US" sz="2200" spc="20" dirty="0">
                <a:latin typeface="Tahoma"/>
                <a:cs typeface="Tahoma"/>
              </a:rPr>
              <a:t> </a:t>
            </a:r>
            <a:r>
              <a:rPr lang="en-US" sz="2200" spc="50" dirty="0">
                <a:latin typeface="Tahoma"/>
                <a:cs typeface="Tahoma"/>
              </a:rPr>
              <a:t>However,</a:t>
            </a:r>
            <a:r>
              <a:rPr lang="en-US" sz="2200" spc="20" dirty="0">
                <a:latin typeface="Tahoma"/>
                <a:cs typeface="Tahoma"/>
              </a:rPr>
              <a:t> </a:t>
            </a:r>
            <a:r>
              <a:rPr lang="en-US" sz="2200" spc="110" dirty="0">
                <a:latin typeface="Tahoma"/>
                <a:cs typeface="Tahoma"/>
              </a:rPr>
              <a:t>passwords</a:t>
            </a:r>
            <a:r>
              <a:rPr lang="en-US" sz="2200" spc="20" dirty="0">
                <a:latin typeface="Tahoma"/>
                <a:cs typeface="Tahoma"/>
              </a:rPr>
              <a:t> </a:t>
            </a:r>
            <a:r>
              <a:rPr lang="en-US" sz="2200" spc="80" dirty="0">
                <a:latin typeface="Tahoma"/>
                <a:cs typeface="Tahoma"/>
              </a:rPr>
              <a:t>give</a:t>
            </a:r>
            <a:r>
              <a:rPr lang="en-US" sz="2200" spc="15" dirty="0">
                <a:latin typeface="Tahoma"/>
                <a:cs typeface="Tahoma"/>
              </a:rPr>
              <a:t> </a:t>
            </a:r>
            <a:r>
              <a:rPr lang="en-US" sz="2200" spc="150" dirty="0">
                <a:latin typeface="Tahoma"/>
                <a:cs typeface="Tahoma"/>
              </a:rPr>
              <a:t>a</a:t>
            </a:r>
            <a:r>
              <a:rPr lang="en-US" sz="2200" spc="20" dirty="0">
                <a:latin typeface="Tahoma"/>
                <a:cs typeface="Tahoma"/>
              </a:rPr>
              <a:t> </a:t>
            </a:r>
            <a:r>
              <a:rPr lang="en-US" sz="2200" spc="90" dirty="0">
                <a:latin typeface="Tahoma"/>
                <a:cs typeface="Tahoma"/>
              </a:rPr>
              <a:t>false </a:t>
            </a:r>
            <a:r>
              <a:rPr lang="en-US" sz="2200" spc="35" dirty="0">
                <a:latin typeface="Tahoma"/>
                <a:cs typeface="Tahoma"/>
              </a:rPr>
              <a:t>sense</a:t>
            </a:r>
            <a:r>
              <a:rPr lang="en-US" sz="2200" spc="-100" dirty="0">
                <a:latin typeface="Tahoma"/>
                <a:cs typeface="Tahoma"/>
              </a:rPr>
              <a:t> </a:t>
            </a:r>
            <a:r>
              <a:rPr lang="en-US" sz="2200" spc="60" dirty="0">
                <a:latin typeface="Tahoma"/>
                <a:cs typeface="Tahoma"/>
              </a:rPr>
              <a:t>of</a:t>
            </a:r>
            <a:r>
              <a:rPr lang="en-US" sz="2200" spc="-95" dirty="0">
                <a:latin typeface="Tahoma"/>
                <a:cs typeface="Tahoma"/>
              </a:rPr>
              <a:t> </a:t>
            </a:r>
            <a:r>
              <a:rPr lang="en-US" sz="2200" spc="-10" dirty="0">
                <a:latin typeface="Tahoma"/>
                <a:cs typeface="Tahoma"/>
              </a:rPr>
              <a:t>security.</a:t>
            </a:r>
            <a:endParaRPr lang="en-US" sz="2200" dirty="0">
              <a:latin typeface="Tahoma"/>
              <a:cs typeface="Tahoma"/>
            </a:endParaRPr>
          </a:p>
          <a:p>
            <a:pPr marL="12065" marR="5080" indent="0" algn="just">
              <a:lnSpc>
                <a:spcPct val="79900"/>
              </a:lnSpc>
              <a:spcBef>
                <a:spcPts val="525"/>
              </a:spcBef>
              <a:buClr>
                <a:srgbClr val="0AD0D9"/>
              </a:buClr>
              <a:buSzPct val="95454"/>
              <a:buNone/>
              <a:tabLst>
                <a:tab pos="391160" algn="l"/>
              </a:tabLst>
            </a:pPr>
            <a:endParaRPr lang="en-US" sz="2200" spc="204" dirty="0">
              <a:latin typeface="Tahoma"/>
              <a:cs typeface="Tahoma"/>
            </a:endParaRPr>
          </a:p>
          <a:p>
            <a:pPr marL="12065" marR="5080" indent="0" algn="just">
              <a:lnSpc>
                <a:spcPct val="79900"/>
              </a:lnSpc>
              <a:spcBef>
                <a:spcPts val="525"/>
              </a:spcBef>
              <a:buClr>
                <a:srgbClr val="0AD0D9"/>
              </a:buClr>
              <a:buSzPct val="95454"/>
              <a:buNone/>
              <a:tabLst>
                <a:tab pos="391160" algn="l"/>
              </a:tabLst>
            </a:pPr>
            <a:r>
              <a:rPr lang="en-US" sz="2200" spc="204" dirty="0">
                <a:latin typeface="Tahoma"/>
                <a:cs typeface="Tahoma"/>
              </a:rPr>
              <a:t>There </a:t>
            </a:r>
            <a:r>
              <a:rPr lang="en-US" sz="2200" spc="220" dirty="0">
                <a:latin typeface="Tahoma"/>
                <a:cs typeface="Tahoma"/>
              </a:rPr>
              <a:t>are </a:t>
            </a:r>
            <a:r>
              <a:rPr lang="en-US" sz="2200" spc="170" dirty="0">
                <a:latin typeface="Tahoma"/>
                <a:cs typeface="Tahoma"/>
              </a:rPr>
              <a:t>two </a:t>
            </a:r>
            <a:r>
              <a:rPr lang="en-US" sz="2200" spc="250" dirty="0">
                <a:latin typeface="Tahoma"/>
                <a:cs typeface="Tahoma"/>
              </a:rPr>
              <a:t>general classifications </a:t>
            </a:r>
            <a:r>
              <a:rPr lang="en-US" sz="2200" spc="175" dirty="0">
                <a:latin typeface="Tahoma"/>
                <a:cs typeface="Tahoma"/>
              </a:rPr>
              <a:t>of </a:t>
            </a:r>
            <a:r>
              <a:rPr lang="en-US" sz="2200" spc="265" dirty="0">
                <a:latin typeface="Tahoma"/>
                <a:cs typeface="Tahoma"/>
              </a:rPr>
              <a:t>password </a:t>
            </a:r>
            <a:r>
              <a:rPr lang="en-US" sz="2200" spc="270" dirty="0">
                <a:latin typeface="Tahoma"/>
                <a:cs typeface="Tahoma"/>
              </a:rPr>
              <a:t> </a:t>
            </a:r>
            <a:r>
              <a:rPr lang="en-US" sz="2200" spc="-15" dirty="0">
                <a:latin typeface="Tahoma"/>
                <a:cs typeface="Tahoma"/>
              </a:rPr>
              <a:t>vulnerabilities:</a:t>
            </a:r>
            <a:endParaRPr lang="en-US" sz="2200" dirty="0">
              <a:latin typeface="Tahoma"/>
              <a:cs typeface="Tahoma"/>
            </a:endParaRPr>
          </a:p>
          <a:p>
            <a:pPr marL="0" indent="0">
              <a:lnSpc>
                <a:spcPts val="2635"/>
              </a:lnSpc>
              <a:buNone/>
              <a:tabLst>
                <a:tab pos="526415" algn="l"/>
              </a:tabLst>
            </a:pPr>
            <a:r>
              <a:rPr lang="en-US" sz="2200" b="1" spc="-90" dirty="0">
                <a:latin typeface="Verdana"/>
                <a:cs typeface="Verdana"/>
              </a:rPr>
              <a:t>Organizational</a:t>
            </a:r>
            <a:r>
              <a:rPr lang="en-US" sz="2200" b="1" spc="-165" dirty="0">
                <a:latin typeface="Verdana"/>
                <a:cs typeface="Verdana"/>
              </a:rPr>
              <a:t> </a:t>
            </a:r>
            <a:r>
              <a:rPr lang="en-US" sz="2200" b="1" spc="-90" dirty="0">
                <a:latin typeface="Verdana"/>
                <a:cs typeface="Verdana"/>
              </a:rPr>
              <a:t>password</a:t>
            </a:r>
            <a:r>
              <a:rPr lang="en-US" sz="2200" b="1" spc="-155" dirty="0">
                <a:latin typeface="Verdana"/>
                <a:cs typeface="Verdana"/>
              </a:rPr>
              <a:t> </a:t>
            </a:r>
            <a:r>
              <a:rPr lang="en-US" sz="2200" b="1" spc="-125" dirty="0">
                <a:latin typeface="Verdana"/>
                <a:cs typeface="Verdana"/>
              </a:rPr>
              <a:t>vulnerabilities</a:t>
            </a:r>
            <a:endParaRPr lang="en-US" sz="2200" b="1" dirty="0">
              <a:latin typeface="Verdana"/>
              <a:cs typeface="Verdana"/>
            </a:endParaRPr>
          </a:p>
          <a:p>
            <a:pPr marL="12700" marR="5080" indent="0" algn="just">
              <a:lnSpc>
                <a:spcPct val="79900"/>
              </a:lnSpc>
              <a:spcBef>
                <a:spcPts val="530"/>
              </a:spcBef>
              <a:buClr>
                <a:srgbClr val="0AD0D9"/>
              </a:buClr>
              <a:buSzPct val="95454"/>
              <a:buNone/>
              <a:tabLst>
                <a:tab pos="527050" algn="l"/>
              </a:tabLst>
            </a:pPr>
            <a:r>
              <a:rPr lang="en-US" sz="2200" spc="40" dirty="0">
                <a:latin typeface="Tahoma"/>
                <a:cs typeface="Tahoma"/>
              </a:rPr>
              <a:t>This</a:t>
            </a:r>
            <a:r>
              <a:rPr lang="en-US" sz="2200" spc="15" dirty="0">
                <a:latin typeface="Tahoma"/>
                <a:cs typeface="Tahoma"/>
              </a:rPr>
              <a:t> </a:t>
            </a:r>
            <a:r>
              <a:rPr lang="en-US" sz="2200" spc="75" dirty="0">
                <a:latin typeface="Tahoma"/>
                <a:cs typeface="Tahoma"/>
              </a:rPr>
              <a:t>includes</a:t>
            </a:r>
            <a:r>
              <a:rPr lang="en-US" sz="2200" spc="25" dirty="0">
                <a:latin typeface="Tahoma"/>
                <a:cs typeface="Tahoma"/>
              </a:rPr>
              <a:t> a </a:t>
            </a:r>
            <a:r>
              <a:rPr lang="en-US" sz="2200" spc="110" dirty="0">
                <a:latin typeface="Tahoma"/>
                <a:cs typeface="Tahoma"/>
              </a:rPr>
              <a:t>lack</a:t>
            </a:r>
            <a:r>
              <a:rPr lang="en-US" sz="2200" spc="25" dirty="0">
                <a:latin typeface="Tahoma"/>
                <a:cs typeface="Tahoma"/>
              </a:rPr>
              <a:t> </a:t>
            </a:r>
            <a:r>
              <a:rPr lang="en-US" sz="2200" spc="90" dirty="0">
                <a:latin typeface="Tahoma"/>
                <a:cs typeface="Tahoma"/>
              </a:rPr>
              <a:t>of</a:t>
            </a:r>
            <a:r>
              <a:rPr lang="en-US" sz="2200" spc="20" dirty="0">
                <a:latin typeface="Tahoma"/>
                <a:cs typeface="Tahoma"/>
              </a:rPr>
              <a:t> </a:t>
            </a:r>
            <a:r>
              <a:rPr lang="en-US" sz="2200" spc="110" dirty="0">
                <a:latin typeface="Tahoma"/>
                <a:cs typeface="Tahoma"/>
              </a:rPr>
              <a:t>password</a:t>
            </a:r>
            <a:r>
              <a:rPr lang="en-US" sz="2200" spc="25" dirty="0">
                <a:latin typeface="Tahoma"/>
                <a:cs typeface="Tahoma"/>
              </a:rPr>
              <a:t> </a:t>
            </a:r>
            <a:r>
              <a:rPr lang="en-US" sz="2200" spc="75" dirty="0">
                <a:latin typeface="Tahoma"/>
                <a:cs typeface="Tahoma"/>
              </a:rPr>
              <a:t>policies</a:t>
            </a:r>
            <a:r>
              <a:rPr lang="en-US" sz="2200" spc="25" dirty="0">
                <a:latin typeface="Tahoma"/>
                <a:cs typeface="Tahoma"/>
              </a:rPr>
              <a:t> </a:t>
            </a:r>
            <a:r>
              <a:rPr lang="en-US" sz="2200" spc="55" dirty="0">
                <a:latin typeface="Tahoma"/>
                <a:cs typeface="Tahoma"/>
              </a:rPr>
              <a:t>that</a:t>
            </a:r>
            <a:r>
              <a:rPr lang="en-US" sz="2200" spc="25" dirty="0">
                <a:latin typeface="Tahoma"/>
                <a:cs typeface="Tahoma"/>
              </a:rPr>
              <a:t> </a:t>
            </a:r>
            <a:r>
              <a:rPr lang="en-US" sz="2200" spc="105" dirty="0">
                <a:latin typeface="Tahoma"/>
                <a:cs typeface="Tahoma"/>
              </a:rPr>
              <a:t>are</a:t>
            </a:r>
            <a:r>
              <a:rPr lang="en-US" sz="2200" spc="20" dirty="0">
                <a:latin typeface="Tahoma"/>
                <a:cs typeface="Tahoma"/>
              </a:rPr>
              <a:t> </a:t>
            </a:r>
            <a:r>
              <a:rPr lang="en-US" sz="2200" spc="105" dirty="0">
                <a:latin typeface="Tahoma"/>
                <a:cs typeface="Tahoma"/>
              </a:rPr>
              <a:t>enforced </a:t>
            </a:r>
            <a:r>
              <a:rPr lang="en-US" sz="2200" spc="10" dirty="0">
                <a:latin typeface="Tahoma"/>
                <a:cs typeface="Tahoma"/>
              </a:rPr>
              <a:t>within</a:t>
            </a:r>
            <a:r>
              <a:rPr lang="en-US" sz="2200" spc="-20" dirty="0">
                <a:latin typeface="Tahoma"/>
                <a:cs typeface="Tahoma"/>
              </a:rPr>
              <a:t> </a:t>
            </a:r>
            <a:r>
              <a:rPr lang="en-US" sz="2200" spc="25" dirty="0">
                <a:latin typeface="Tahoma"/>
                <a:cs typeface="Tahoma"/>
              </a:rPr>
              <a:t>the</a:t>
            </a:r>
            <a:r>
              <a:rPr lang="en-US" sz="2200" spc="-25" dirty="0">
                <a:latin typeface="Tahoma"/>
                <a:cs typeface="Tahoma"/>
              </a:rPr>
              <a:t> </a:t>
            </a:r>
            <a:r>
              <a:rPr lang="en-US" sz="2200" spc="85" dirty="0">
                <a:latin typeface="Tahoma"/>
                <a:cs typeface="Tahoma"/>
              </a:rPr>
              <a:t>organization</a:t>
            </a:r>
            <a:r>
              <a:rPr lang="en-US" sz="2200" spc="-20" dirty="0">
                <a:latin typeface="Tahoma"/>
                <a:cs typeface="Tahoma"/>
              </a:rPr>
              <a:t> </a:t>
            </a:r>
            <a:r>
              <a:rPr lang="en-US" sz="2200" spc="110" dirty="0">
                <a:latin typeface="Tahoma"/>
                <a:cs typeface="Tahoma"/>
              </a:rPr>
              <a:t>and</a:t>
            </a:r>
            <a:r>
              <a:rPr lang="en-US" sz="2200" spc="-20" dirty="0">
                <a:latin typeface="Tahoma"/>
                <a:cs typeface="Tahoma"/>
              </a:rPr>
              <a:t> a </a:t>
            </a:r>
            <a:r>
              <a:rPr lang="en-US" sz="2200" spc="95" dirty="0">
                <a:latin typeface="Tahoma"/>
                <a:cs typeface="Tahoma"/>
              </a:rPr>
              <a:t>lack</a:t>
            </a:r>
            <a:r>
              <a:rPr lang="en-US" sz="2200" spc="-20" dirty="0">
                <a:latin typeface="Tahoma"/>
                <a:cs typeface="Tahoma"/>
              </a:rPr>
              <a:t> </a:t>
            </a:r>
            <a:r>
              <a:rPr lang="en-US" sz="2200" spc="80" dirty="0">
                <a:latin typeface="Tahoma"/>
                <a:cs typeface="Tahoma"/>
              </a:rPr>
              <a:t>of</a:t>
            </a:r>
            <a:r>
              <a:rPr lang="en-US" sz="2200" spc="-25" dirty="0">
                <a:latin typeface="Tahoma"/>
                <a:cs typeface="Tahoma"/>
              </a:rPr>
              <a:t> </a:t>
            </a:r>
            <a:r>
              <a:rPr lang="en-US" sz="2200" spc="60" dirty="0">
                <a:latin typeface="Tahoma"/>
                <a:cs typeface="Tahoma"/>
              </a:rPr>
              <a:t>security</a:t>
            </a:r>
            <a:r>
              <a:rPr lang="en-US" sz="2200" spc="-25" dirty="0">
                <a:latin typeface="Tahoma"/>
                <a:cs typeface="Tahoma"/>
              </a:rPr>
              <a:t> </a:t>
            </a:r>
            <a:r>
              <a:rPr lang="en-US" sz="2200" spc="90" dirty="0">
                <a:latin typeface="Tahoma"/>
                <a:cs typeface="Tahoma"/>
              </a:rPr>
              <a:t>awareness</a:t>
            </a:r>
            <a:r>
              <a:rPr lang="en-US" sz="2200" spc="-10" dirty="0">
                <a:latin typeface="Tahoma"/>
                <a:cs typeface="Tahoma"/>
              </a:rPr>
              <a:t> </a:t>
            </a:r>
            <a:r>
              <a:rPr lang="en-US" sz="2200" spc="80" dirty="0">
                <a:latin typeface="Tahoma"/>
                <a:cs typeface="Tahoma"/>
              </a:rPr>
              <a:t>on </a:t>
            </a:r>
            <a:r>
              <a:rPr lang="en-US" sz="2200" dirty="0">
                <a:latin typeface="Tahoma"/>
                <a:cs typeface="Tahoma"/>
              </a:rPr>
              <a:t>the</a:t>
            </a:r>
            <a:r>
              <a:rPr lang="en-US" sz="2200" spc="-100" dirty="0">
                <a:latin typeface="Tahoma"/>
                <a:cs typeface="Tahoma"/>
              </a:rPr>
              <a:t> </a:t>
            </a:r>
            <a:r>
              <a:rPr lang="en-US" sz="2200" spc="50" dirty="0">
                <a:latin typeface="Tahoma"/>
                <a:cs typeface="Tahoma"/>
              </a:rPr>
              <a:t>part</a:t>
            </a:r>
            <a:r>
              <a:rPr lang="en-US" sz="2200" spc="-95" dirty="0">
                <a:latin typeface="Tahoma"/>
                <a:cs typeface="Tahoma"/>
              </a:rPr>
              <a:t> </a:t>
            </a:r>
            <a:r>
              <a:rPr lang="en-US" sz="2200" spc="60" dirty="0">
                <a:latin typeface="Tahoma"/>
                <a:cs typeface="Tahoma"/>
              </a:rPr>
              <a:t>of</a:t>
            </a:r>
            <a:r>
              <a:rPr lang="en-US" sz="2200" spc="-95" dirty="0">
                <a:latin typeface="Tahoma"/>
                <a:cs typeface="Tahoma"/>
              </a:rPr>
              <a:t> </a:t>
            </a:r>
            <a:r>
              <a:rPr lang="en-US" sz="2200" spc="-30" dirty="0">
                <a:latin typeface="Tahoma"/>
                <a:cs typeface="Tahoma"/>
              </a:rPr>
              <a:t>users.</a:t>
            </a:r>
            <a:endParaRPr lang="en-US" sz="2200" dirty="0">
              <a:latin typeface="Tahoma"/>
              <a:cs typeface="Tahoma"/>
            </a:endParaRPr>
          </a:p>
          <a:p>
            <a:pPr marL="12065" marR="5080" indent="0" algn="just">
              <a:lnSpc>
                <a:spcPct val="76700"/>
              </a:lnSpc>
              <a:spcBef>
                <a:spcPts val="610"/>
              </a:spcBef>
              <a:buClr>
                <a:srgbClr val="0AD0D9"/>
              </a:buClr>
              <a:buSzPct val="95454"/>
              <a:buNone/>
              <a:tabLst>
                <a:tab pos="287020" algn="l"/>
              </a:tabLst>
            </a:pPr>
            <a:endParaRPr lang="en-US" sz="2200" spc="70" dirty="0">
              <a:latin typeface="Tahoma"/>
              <a:cs typeface="Tahoma"/>
            </a:endParaRPr>
          </a:p>
          <a:p>
            <a:pPr marL="12065" marR="5080" indent="0" algn="just">
              <a:lnSpc>
                <a:spcPct val="76700"/>
              </a:lnSpc>
              <a:spcBef>
                <a:spcPts val="610"/>
              </a:spcBef>
              <a:buClr>
                <a:srgbClr val="0AD0D9"/>
              </a:buClr>
              <a:buSzPct val="95454"/>
              <a:buNone/>
              <a:tabLst>
                <a:tab pos="287020" algn="l"/>
              </a:tabLst>
            </a:pPr>
            <a:r>
              <a:rPr lang="en-US" sz="2200" spc="70" dirty="0">
                <a:latin typeface="Tahoma"/>
                <a:cs typeface="Tahoma"/>
              </a:rPr>
              <a:t>Most</a:t>
            </a:r>
            <a:r>
              <a:rPr lang="en-US" sz="2200" spc="-45" dirty="0">
                <a:latin typeface="Tahoma"/>
                <a:cs typeface="Tahoma"/>
              </a:rPr>
              <a:t> </a:t>
            </a:r>
            <a:r>
              <a:rPr lang="en-US" sz="2200" spc="75" dirty="0">
                <a:latin typeface="Tahoma"/>
                <a:cs typeface="Tahoma"/>
              </a:rPr>
              <a:t>people</a:t>
            </a:r>
            <a:r>
              <a:rPr lang="en-US" sz="2200" spc="-45" dirty="0">
                <a:latin typeface="Tahoma"/>
                <a:cs typeface="Tahoma"/>
              </a:rPr>
              <a:t> </a:t>
            </a:r>
            <a:r>
              <a:rPr lang="en-US" sz="2200" spc="10" dirty="0">
                <a:latin typeface="Tahoma"/>
                <a:cs typeface="Tahoma"/>
              </a:rPr>
              <a:t>just</a:t>
            </a:r>
            <a:r>
              <a:rPr lang="en-US" sz="2200" spc="-35" dirty="0">
                <a:latin typeface="Tahoma"/>
                <a:cs typeface="Tahoma"/>
              </a:rPr>
              <a:t> </a:t>
            </a:r>
            <a:r>
              <a:rPr lang="en-US" sz="2200" spc="80" dirty="0">
                <a:latin typeface="Tahoma"/>
                <a:cs typeface="Tahoma"/>
              </a:rPr>
              <a:t>focus</a:t>
            </a:r>
            <a:r>
              <a:rPr lang="en-US" sz="2200" spc="-30" dirty="0">
                <a:latin typeface="Tahoma"/>
                <a:cs typeface="Tahoma"/>
              </a:rPr>
              <a:t> </a:t>
            </a:r>
            <a:r>
              <a:rPr lang="en-US" sz="2200" spc="75" dirty="0">
                <a:latin typeface="Tahoma"/>
                <a:cs typeface="Tahoma"/>
              </a:rPr>
              <a:t>on</a:t>
            </a:r>
            <a:r>
              <a:rPr lang="en-US" sz="2200" spc="-30" dirty="0">
                <a:latin typeface="Tahoma"/>
                <a:cs typeface="Tahoma"/>
              </a:rPr>
              <a:t> </a:t>
            </a:r>
            <a:r>
              <a:rPr lang="en-US" sz="2200" spc="20" dirty="0">
                <a:latin typeface="Tahoma"/>
                <a:cs typeface="Tahoma"/>
              </a:rPr>
              <a:t>the</a:t>
            </a:r>
            <a:r>
              <a:rPr lang="en-US" sz="2200" spc="-30" dirty="0">
                <a:latin typeface="Tahoma"/>
                <a:cs typeface="Tahoma"/>
              </a:rPr>
              <a:t> </a:t>
            </a:r>
            <a:r>
              <a:rPr lang="en-US" sz="2200" spc="95" dirty="0">
                <a:latin typeface="Tahoma"/>
                <a:cs typeface="Tahoma"/>
              </a:rPr>
              <a:t>easy-to-remember</a:t>
            </a:r>
            <a:r>
              <a:rPr lang="en-US" sz="2200" spc="-35" dirty="0">
                <a:latin typeface="Tahoma"/>
                <a:cs typeface="Tahoma"/>
              </a:rPr>
              <a:t> </a:t>
            </a:r>
            <a:r>
              <a:rPr lang="en-US" sz="2200" spc="40" dirty="0">
                <a:latin typeface="Tahoma"/>
                <a:cs typeface="Tahoma"/>
              </a:rPr>
              <a:t>password. </a:t>
            </a:r>
            <a:endParaRPr lang="en-US" sz="2200" dirty="0">
              <a:latin typeface="Tahoma"/>
              <a:cs typeface="Tahoma"/>
            </a:endParaRPr>
          </a:p>
          <a:p>
            <a:pPr marL="12065" marR="5080" indent="0" algn="just">
              <a:lnSpc>
                <a:spcPct val="79900"/>
              </a:lnSpc>
              <a:spcBef>
                <a:spcPts val="505"/>
              </a:spcBef>
              <a:buClr>
                <a:srgbClr val="0AD0D9"/>
              </a:buClr>
              <a:buSzPct val="95454"/>
              <a:buNone/>
              <a:tabLst>
                <a:tab pos="287020" algn="l"/>
              </a:tabLst>
            </a:pPr>
            <a:endParaRPr lang="en-US" sz="2200" spc="50" dirty="0">
              <a:latin typeface="Tahoma"/>
              <a:cs typeface="Tahoma"/>
            </a:endParaRPr>
          </a:p>
          <a:p>
            <a:pPr marL="12065" marR="5080" indent="0" algn="just">
              <a:lnSpc>
                <a:spcPct val="79900"/>
              </a:lnSpc>
              <a:spcBef>
                <a:spcPts val="505"/>
              </a:spcBef>
              <a:buClr>
                <a:srgbClr val="0AD0D9"/>
              </a:buClr>
              <a:buSzPct val="95454"/>
              <a:buNone/>
              <a:tabLst>
                <a:tab pos="287020" algn="l"/>
              </a:tabLst>
            </a:pPr>
            <a:r>
              <a:rPr lang="en-US" sz="2200" spc="50" dirty="0">
                <a:latin typeface="Tahoma"/>
                <a:cs typeface="Tahoma"/>
              </a:rPr>
              <a:t>Unless</a:t>
            </a:r>
            <a:r>
              <a:rPr lang="en-US" sz="2200" spc="-70" dirty="0">
                <a:latin typeface="Tahoma"/>
                <a:cs typeface="Tahoma"/>
              </a:rPr>
              <a:t> </a:t>
            </a:r>
            <a:r>
              <a:rPr lang="en-US" sz="2200" spc="35" dirty="0">
                <a:latin typeface="Tahoma"/>
                <a:cs typeface="Tahoma"/>
              </a:rPr>
              <a:t>users</a:t>
            </a:r>
            <a:r>
              <a:rPr lang="en-US" sz="2200" spc="-65" dirty="0">
                <a:latin typeface="Tahoma"/>
                <a:cs typeface="Tahoma"/>
              </a:rPr>
              <a:t> </a:t>
            </a:r>
            <a:r>
              <a:rPr lang="en-US" sz="2200" spc="80" dirty="0">
                <a:latin typeface="Tahoma"/>
                <a:cs typeface="Tahoma"/>
              </a:rPr>
              <a:t>are</a:t>
            </a:r>
            <a:r>
              <a:rPr lang="en-US" sz="2200" spc="-65" dirty="0">
                <a:latin typeface="Tahoma"/>
                <a:cs typeface="Tahoma"/>
              </a:rPr>
              <a:t> </a:t>
            </a:r>
            <a:r>
              <a:rPr lang="en-US" sz="2200" spc="75" dirty="0">
                <a:latin typeface="Tahoma"/>
                <a:cs typeface="Tahoma"/>
              </a:rPr>
              <a:t>educated</a:t>
            </a:r>
            <a:r>
              <a:rPr lang="en-US" sz="2200" spc="-60" dirty="0">
                <a:latin typeface="Tahoma"/>
                <a:cs typeface="Tahoma"/>
              </a:rPr>
              <a:t> </a:t>
            </a:r>
            <a:r>
              <a:rPr lang="en-US" sz="2200" spc="100" dirty="0">
                <a:latin typeface="Tahoma"/>
                <a:cs typeface="Tahoma"/>
              </a:rPr>
              <a:t>and</a:t>
            </a:r>
            <a:r>
              <a:rPr lang="en-US" sz="2200" spc="-55" dirty="0">
                <a:latin typeface="Tahoma"/>
                <a:cs typeface="Tahoma"/>
              </a:rPr>
              <a:t> </a:t>
            </a:r>
            <a:r>
              <a:rPr lang="en-US" sz="2200" spc="60" dirty="0">
                <a:latin typeface="Tahoma"/>
                <a:cs typeface="Tahoma"/>
              </a:rPr>
              <a:t>reminded</a:t>
            </a:r>
            <a:r>
              <a:rPr lang="en-US" sz="2200" spc="-60" dirty="0">
                <a:latin typeface="Tahoma"/>
                <a:cs typeface="Tahoma"/>
              </a:rPr>
              <a:t> </a:t>
            </a:r>
            <a:r>
              <a:rPr lang="en-US" sz="2200" spc="70" dirty="0">
                <a:latin typeface="Tahoma"/>
                <a:cs typeface="Tahoma"/>
              </a:rPr>
              <a:t>about</a:t>
            </a:r>
            <a:r>
              <a:rPr lang="en-US" sz="2200" spc="-65" dirty="0">
                <a:latin typeface="Tahoma"/>
                <a:cs typeface="Tahoma"/>
              </a:rPr>
              <a:t> </a:t>
            </a:r>
            <a:r>
              <a:rPr lang="en-US" sz="2200" spc="40" dirty="0">
                <a:latin typeface="Tahoma"/>
                <a:cs typeface="Tahoma"/>
              </a:rPr>
              <a:t>using</a:t>
            </a:r>
            <a:r>
              <a:rPr lang="en-US" sz="2200" spc="-60" dirty="0">
                <a:latin typeface="Tahoma"/>
                <a:cs typeface="Tahoma"/>
              </a:rPr>
              <a:t> </a:t>
            </a:r>
            <a:r>
              <a:rPr lang="en-US" sz="2200" spc="55" dirty="0">
                <a:latin typeface="Tahoma"/>
                <a:cs typeface="Tahoma"/>
              </a:rPr>
              <a:t>strong </a:t>
            </a:r>
            <a:r>
              <a:rPr lang="en-US" sz="2200" spc="-675" dirty="0">
                <a:latin typeface="Tahoma"/>
                <a:cs typeface="Tahoma"/>
              </a:rPr>
              <a:t> </a:t>
            </a:r>
            <a:r>
              <a:rPr lang="en-US" sz="2200" spc="25" dirty="0">
                <a:latin typeface="Tahoma"/>
                <a:cs typeface="Tahoma"/>
              </a:rPr>
              <a:t>passwords,</a:t>
            </a:r>
            <a:r>
              <a:rPr lang="en-US" sz="2200" spc="-100" dirty="0">
                <a:latin typeface="Tahoma"/>
                <a:cs typeface="Tahoma"/>
              </a:rPr>
              <a:t> </a:t>
            </a:r>
            <a:r>
              <a:rPr lang="en-US" sz="2200" spc="-10" dirty="0">
                <a:latin typeface="Tahoma"/>
                <a:cs typeface="Tahoma"/>
              </a:rPr>
              <a:t>their</a:t>
            </a:r>
            <a:r>
              <a:rPr lang="en-US" sz="2200" spc="-95" dirty="0">
                <a:latin typeface="Tahoma"/>
                <a:cs typeface="Tahoma"/>
              </a:rPr>
              <a:t> </a:t>
            </a:r>
            <a:r>
              <a:rPr lang="en-US" sz="2200" spc="60" dirty="0">
                <a:latin typeface="Tahoma"/>
                <a:cs typeface="Tahoma"/>
              </a:rPr>
              <a:t>passwords</a:t>
            </a:r>
            <a:r>
              <a:rPr lang="en-US" sz="2200" spc="-90" dirty="0">
                <a:latin typeface="Tahoma"/>
                <a:cs typeface="Tahoma"/>
              </a:rPr>
              <a:t> </a:t>
            </a:r>
            <a:r>
              <a:rPr lang="en-US" sz="2200" spc="40" dirty="0">
                <a:latin typeface="Tahoma"/>
                <a:cs typeface="Tahoma"/>
              </a:rPr>
              <a:t>are usually</a:t>
            </a:r>
            <a:endParaRPr lang="en-US" sz="2200" dirty="0">
              <a:latin typeface="Tahoma"/>
              <a:cs typeface="Tahoma"/>
            </a:endParaRPr>
          </a:p>
          <a:p>
            <a:pPr marL="12700" indent="0">
              <a:lnSpc>
                <a:spcPts val="2635"/>
              </a:lnSpc>
              <a:buClr>
                <a:srgbClr val="0AD0D9"/>
              </a:buClr>
              <a:buSzPct val="95454"/>
              <a:buNone/>
              <a:tabLst>
                <a:tab pos="287020" algn="l"/>
              </a:tabLst>
            </a:pPr>
            <a:r>
              <a:rPr lang="en-US" sz="2200" spc="-15" dirty="0">
                <a:latin typeface="Verdana"/>
                <a:cs typeface="Verdana"/>
              </a:rPr>
              <a:t>    a</a:t>
            </a:r>
            <a:r>
              <a:rPr lang="en-US" sz="2200" spc="-170" dirty="0">
                <a:latin typeface="Verdana"/>
                <a:cs typeface="Verdana"/>
              </a:rPr>
              <a:t>)</a:t>
            </a:r>
            <a:r>
              <a:rPr lang="en-US" sz="2200" spc="-175" dirty="0">
                <a:latin typeface="Verdana"/>
                <a:cs typeface="Verdana"/>
              </a:rPr>
              <a:t> </a:t>
            </a:r>
            <a:r>
              <a:rPr lang="en-US" sz="2200" spc="-145" dirty="0">
                <a:latin typeface="Verdana"/>
                <a:cs typeface="Verdana"/>
              </a:rPr>
              <a:t>E</a:t>
            </a:r>
            <a:r>
              <a:rPr lang="en-US" sz="2200" spc="-15" dirty="0">
                <a:latin typeface="Verdana"/>
                <a:cs typeface="Verdana"/>
              </a:rPr>
              <a:t>a</a:t>
            </a:r>
            <a:r>
              <a:rPr lang="en-US" sz="2200" spc="-125" dirty="0">
                <a:latin typeface="Verdana"/>
                <a:cs typeface="Verdana"/>
              </a:rPr>
              <a:t>s</a:t>
            </a:r>
            <a:r>
              <a:rPr lang="en-US" sz="2200" spc="-70" dirty="0">
                <a:latin typeface="Verdana"/>
                <a:cs typeface="Verdana"/>
              </a:rPr>
              <a:t>y</a:t>
            </a:r>
            <a:r>
              <a:rPr lang="en-US" sz="2200" spc="-170" dirty="0">
                <a:latin typeface="Verdana"/>
                <a:cs typeface="Verdana"/>
              </a:rPr>
              <a:t> t</a:t>
            </a:r>
            <a:r>
              <a:rPr lang="en-US" sz="2200" spc="-45" dirty="0">
                <a:latin typeface="Verdana"/>
                <a:cs typeface="Verdana"/>
              </a:rPr>
              <a:t>o</a:t>
            </a:r>
            <a:r>
              <a:rPr lang="en-US" sz="2200" spc="-170" dirty="0">
                <a:latin typeface="Verdana"/>
                <a:cs typeface="Verdana"/>
              </a:rPr>
              <a:t> </a:t>
            </a:r>
            <a:r>
              <a:rPr lang="en-US" sz="2200" spc="-15" dirty="0">
                <a:latin typeface="Verdana"/>
                <a:cs typeface="Verdana"/>
              </a:rPr>
              <a:t>g</a:t>
            </a:r>
            <a:r>
              <a:rPr lang="en-US" sz="2200" spc="-155" dirty="0">
                <a:latin typeface="Verdana"/>
                <a:cs typeface="Verdana"/>
              </a:rPr>
              <a:t>u</a:t>
            </a:r>
            <a:r>
              <a:rPr lang="en-US" sz="2200" spc="-105" dirty="0">
                <a:latin typeface="Verdana"/>
                <a:cs typeface="Verdana"/>
              </a:rPr>
              <a:t>e</a:t>
            </a:r>
            <a:r>
              <a:rPr lang="en-US" sz="2200" spc="-125" dirty="0">
                <a:latin typeface="Verdana"/>
                <a:cs typeface="Verdana"/>
              </a:rPr>
              <a:t>ss</a:t>
            </a:r>
            <a:r>
              <a:rPr lang="en-US" sz="2200" spc="-455" dirty="0">
                <a:latin typeface="Verdana"/>
                <a:cs typeface="Verdana"/>
              </a:rPr>
              <a:t>.</a:t>
            </a:r>
            <a:endParaRPr lang="en-US" sz="2200" dirty="0">
              <a:latin typeface="Verdana"/>
              <a:cs typeface="Verdana"/>
            </a:endParaRPr>
          </a:p>
          <a:p>
            <a:pPr marL="667385" lvl="1" indent="-349885">
              <a:lnSpc>
                <a:spcPts val="2635"/>
              </a:lnSpc>
              <a:buAutoNum type="alphaLcParenR" startAt="2"/>
              <a:tabLst>
                <a:tab pos="667385" algn="l"/>
              </a:tabLst>
            </a:pPr>
            <a:r>
              <a:rPr lang="en-US" sz="2200" spc="-295" dirty="0">
                <a:latin typeface="Verdana"/>
                <a:cs typeface="Verdana"/>
              </a:rPr>
              <a:t>S</a:t>
            </a:r>
            <a:r>
              <a:rPr lang="en-US" sz="2200" spc="-105" dirty="0">
                <a:latin typeface="Verdana"/>
                <a:cs typeface="Verdana"/>
              </a:rPr>
              <a:t>e</a:t>
            </a:r>
            <a:r>
              <a:rPr lang="en-US" sz="2200" spc="-125" dirty="0">
                <a:latin typeface="Verdana"/>
                <a:cs typeface="Verdana"/>
              </a:rPr>
              <a:t>l</a:t>
            </a:r>
            <a:r>
              <a:rPr lang="en-US" sz="2200" spc="-60" dirty="0">
                <a:latin typeface="Verdana"/>
                <a:cs typeface="Verdana"/>
              </a:rPr>
              <a:t>d</a:t>
            </a:r>
            <a:r>
              <a:rPr lang="en-US" sz="2200" spc="-40" dirty="0">
                <a:latin typeface="Verdana"/>
                <a:cs typeface="Verdana"/>
              </a:rPr>
              <a:t>o</a:t>
            </a:r>
            <a:r>
              <a:rPr lang="en-US" sz="2200" spc="-145" dirty="0">
                <a:latin typeface="Verdana"/>
                <a:cs typeface="Verdana"/>
              </a:rPr>
              <a:t>m</a:t>
            </a:r>
            <a:r>
              <a:rPr lang="en-US" sz="2200" spc="-165" dirty="0">
                <a:latin typeface="Verdana"/>
                <a:cs typeface="Verdana"/>
              </a:rPr>
              <a:t> </a:t>
            </a:r>
            <a:r>
              <a:rPr lang="en-US" sz="2200" spc="-20" dirty="0">
                <a:latin typeface="Verdana"/>
                <a:cs typeface="Verdana"/>
              </a:rPr>
              <a:t>c</a:t>
            </a:r>
            <a:r>
              <a:rPr lang="en-US" sz="2200" spc="-155" dirty="0">
                <a:latin typeface="Verdana"/>
                <a:cs typeface="Verdana"/>
              </a:rPr>
              <a:t>h</a:t>
            </a:r>
            <a:r>
              <a:rPr lang="en-US" sz="2200" spc="-15" dirty="0">
                <a:latin typeface="Verdana"/>
                <a:cs typeface="Verdana"/>
              </a:rPr>
              <a:t>a</a:t>
            </a:r>
            <a:r>
              <a:rPr lang="en-US" sz="2200" spc="-135" dirty="0">
                <a:latin typeface="Verdana"/>
                <a:cs typeface="Verdana"/>
              </a:rPr>
              <a:t>n</a:t>
            </a:r>
            <a:r>
              <a:rPr lang="en-US" sz="2200" spc="-15" dirty="0">
                <a:latin typeface="Verdana"/>
                <a:cs typeface="Verdana"/>
              </a:rPr>
              <a:t>g</a:t>
            </a:r>
            <a:r>
              <a:rPr lang="en-US" sz="2200" spc="-105" dirty="0">
                <a:latin typeface="Verdana"/>
                <a:cs typeface="Verdana"/>
              </a:rPr>
              <a:t>e</a:t>
            </a:r>
            <a:r>
              <a:rPr lang="en-US" sz="2200" spc="-60" dirty="0">
                <a:latin typeface="Verdana"/>
                <a:cs typeface="Verdana"/>
              </a:rPr>
              <a:t>d</a:t>
            </a:r>
            <a:r>
              <a:rPr lang="en-US" sz="2200" spc="-455" dirty="0">
                <a:latin typeface="Verdana"/>
                <a:cs typeface="Verdana"/>
              </a:rPr>
              <a:t>.</a:t>
            </a:r>
            <a:endParaRPr lang="en-US" sz="2200" dirty="0">
              <a:latin typeface="Verdana"/>
              <a:cs typeface="Verdana"/>
            </a:endParaRPr>
          </a:p>
          <a:p>
            <a:pPr marL="286385" marR="69850" lvl="1" indent="30480">
              <a:lnSpc>
                <a:spcPct val="79900"/>
              </a:lnSpc>
              <a:spcBef>
                <a:spcPts val="530"/>
              </a:spcBef>
              <a:buAutoNum type="alphaLcParenR" startAt="2"/>
              <a:tabLst>
                <a:tab pos="568325" algn="l"/>
              </a:tabLst>
            </a:pPr>
            <a:r>
              <a:rPr lang="en-US" sz="2200" spc="-70" dirty="0">
                <a:latin typeface="Verdana"/>
                <a:cs typeface="Verdana"/>
              </a:rPr>
              <a:t>R</a:t>
            </a:r>
            <a:r>
              <a:rPr lang="en-US" sz="2200" spc="-105" dirty="0">
                <a:latin typeface="Verdana"/>
                <a:cs typeface="Verdana"/>
              </a:rPr>
              <a:t>e</a:t>
            </a:r>
            <a:r>
              <a:rPr lang="en-US" sz="2200" spc="-155" dirty="0">
                <a:latin typeface="Verdana"/>
                <a:cs typeface="Verdana"/>
              </a:rPr>
              <a:t>u</a:t>
            </a:r>
            <a:r>
              <a:rPr lang="en-US" sz="2200" spc="-125" dirty="0">
                <a:latin typeface="Verdana"/>
                <a:cs typeface="Verdana"/>
              </a:rPr>
              <a:t>s</a:t>
            </a:r>
            <a:r>
              <a:rPr lang="en-US" sz="2200" spc="-105" dirty="0">
                <a:latin typeface="Verdana"/>
                <a:cs typeface="Verdana"/>
              </a:rPr>
              <a:t>e</a:t>
            </a:r>
            <a:r>
              <a:rPr lang="en-US" sz="2200" spc="-65" dirty="0">
                <a:latin typeface="Verdana"/>
                <a:cs typeface="Verdana"/>
              </a:rPr>
              <a:t>d</a:t>
            </a:r>
            <a:r>
              <a:rPr lang="en-US" sz="2200" spc="-165" dirty="0">
                <a:latin typeface="Verdana"/>
                <a:cs typeface="Verdana"/>
              </a:rPr>
              <a:t> </a:t>
            </a:r>
            <a:r>
              <a:rPr lang="en-US" sz="2200" spc="-40" dirty="0">
                <a:latin typeface="Verdana"/>
                <a:cs typeface="Verdana"/>
              </a:rPr>
              <a:t>fo</a:t>
            </a:r>
            <a:r>
              <a:rPr lang="en-US" sz="2200" spc="-135" dirty="0">
                <a:latin typeface="Verdana"/>
                <a:cs typeface="Verdana"/>
              </a:rPr>
              <a:t>r</a:t>
            </a:r>
            <a:r>
              <a:rPr lang="en-US" sz="2200" spc="-170" dirty="0">
                <a:latin typeface="Verdana"/>
                <a:cs typeface="Verdana"/>
              </a:rPr>
              <a:t> </a:t>
            </a:r>
            <a:r>
              <a:rPr lang="en-US" sz="2200" spc="-140" dirty="0">
                <a:latin typeface="Verdana"/>
                <a:cs typeface="Verdana"/>
              </a:rPr>
              <a:t>m</a:t>
            </a:r>
            <a:r>
              <a:rPr lang="en-US" sz="2200" spc="-15" dirty="0">
                <a:latin typeface="Verdana"/>
                <a:cs typeface="Verdana"/>
              </a:rPr>
              <a:t>a</a:t>
            </a:r>
            <a:r>
              <a:rPr lang="en-US" sz="2200" spc="-135" dirty="0">
                <a:latin typeface="Verdana"/>
                <a:cs typeface="Verdana"/>
              </a:rPr>
              <a:t>n</a:t>
            </a:r>
            <a:r>
              <a:rPr lang="en-US" sz="2200" spc="-70" dirty="0">
                <a:latin typeface="Verdana"/>
                <a:cs typeface="Verdana"/>
              </a:rPr>
              <a:t>y</a:t>
            </a:r>
            <a:r>
              <a:rPr lang="en-US" sz="2200" spc="-170" dirty="0">
                <a:latin typeface="Verdana"/>
                <a:cs typeface="Verdana"/>
              </a:rPr>
              <a:t> </a:t>
            </a:r>
            <a:r>
              <a:rPr lang="en-US" sz="2200" spc="-125" dirty="0">
                <a:latin typeface="Verdana"/>
                <a:cs typeface="Verdana"/>
              </a:rPr>
              <a:t>s</a:t>
            </a:r>
            <a:r>
              <a:rPr lang="en-US" sz="2200" spc="-105" dirty="0">
                <a:latin typeface="Verdana"/>
                <a:cs typeface="Verdana"/>
              </a:rPr>
              <a:t>e</a:t>
            </a:r>
            <a:r>
              <a:rPr lang="en-US" sz="2200" spc="-20" dirty="0">
                <a:latin typeface="Verdana"/>
                <a:cs typeface="Verdana"/>
              </a:rPr>
              <a:t>c</a:t>
            </a:r>
            <a:r>
              <a:rPr lang="en-US" sz="2200" spc="-155" dirty="0">
                <a:latin typeface="Verdana"/>
                <a:cs typeface="Verdana"/>
              </a:rPr>
              <a:t>u</a:t>
            </a:r>
            <a:r>
              <a:rPr lang="en-US" sz="2200" spc="-130" dirty="0">
                <a:latin typeface="Verdana"/>
                <a:cs typeface="Verdana"/>
              </a:rPr>
              <a:t>r</a:t>
            </a:r>
            <a:r>
              <a:rPr lang="en-US" sz="2200" spc="-150" dirty="0">
                <a:latin typeface="Verdana"/>
                <a:cs typeface="Verdana"/>
              </a:rPr>
              <a:t>i</a:t>
            </a:r>
            <a:r>
              <a:rPr lang="en-US" sz="2200" spc="-170" dirty="0">
                <a:latin typeface="Verdana"/>
                <a:cs typeface="Verdana"/>
              </a:rPr>
              <a:t>t</a:t>
            </a:r>
            <a:r>
              <a:rPr lang="en-US" sz="2200" spc="-70" dirty="0">
                <a:latin typeface="Verdana"/>
                <a:cs typeface="Verdana"/>
              </a:rPr>
              <a:t>y</a:t>
            </a:r>
            <a:r>
              <a:rPr lang="en-US" sz="2200" spc="-170" dirty="0">
                <a:latin typeface="Verdana"/>
                <a:cs typeface="Verdana"/>
              </a:rPr>
              <a:t> </a:t>
            </a:r>
            <a:r>
              <a:rPr lang="en-US" sz="2200" spc="-60" dirty="0">
                <a:latin typeface="Verdana"/>
                <a:cs typeface="Verdana"/>
              </a:rPr>
              <a:t>p</a:t>
            </a:r>
            <a:r>
              <a:rPr lang="en-US" sz="2200" spc="-40" dirty="0">
                <a:latin typeface="Verdana"/>
                <a:cs typeface="Verdana"/>
              </a:rPr>
              <a:t>o</a:t>
            </a:r>
            <a:r>
              <a:rPr lang="en-US" sz="2200" spc="-150" dirty="0">
                <a:latin typeface="Verdana"/>
                <a:cs typeface="Verdana"/>
              </a:rPr>
              <a:t>i</a:t>
            </a:r>
            <a:r>
              <a:rPr lang="en-US" sz="2200" spc="-135" dirty="0">
                <a:latin typeface="Verdana"/>
                <a:cs typeface="Verdana"/>
              </a:rPr>
              <a:t>n</a:t>
            </a:r>
            <a:r>
              <a:rPr lang="en-US" sz="2200" spc="-170" dirty="0">
                <a:latin typeface="Verdana"/>
                <a:cs typeface="Verdana"/>
              </a:rPr>
              <a:t>t</a:t>
            </a:r>
            <a:r>
              <a:rPr lang="en-US" sz="2200" spc="-125" dirty="0">
                <a:latin typeface="Verdana"/>
                <a:cs typeface="Verdana"/>
              </a:rPr>
              <a:t>s</a:t>
            </a:r>
            <a:r>
              <a:rPr lang="en-US" sz="2200" spc="-455" dirty="0">
                <a:latin typeface="Verdana"/>
                <a:cs typeface="Verdana"/>
              </a:rPr>
              <a:t>.</a:t>
            </a:r>
            <a:r>
              <a:rPr lang="en-US" sz="2200" spc="-170" dirty="0">
                <a:latin typeface="Verdana"/>
                <a:cs typeface="Verdana"/>
              </a:rPr>
              <a:t> </a:t>
            </a:r>
            <a:r>
              <a:rPr lang="en-US" sz="2200" spc="155" dirty="0">
                <a:latin typeface="Tahoma"/>
                <a:cs typeface="Tahoma"/>
              </a:rPr>
              <a:t>W</a:t>
            </a:r>
            <a:r>
              <a:rPr lang="en-US" sz="2200" spc="5" dirty="0">
                <a:latin typeface="Tahoma"/>
                <a:cs typeface="Tahoma"/>
              </a:rPr>
              <a:t>h</a:t>
            </a:r>
            <a:r>
              <a:rPr lang="en-US" sz="2200" spc="40" dirty="0">
                <a:latin typeface="Tahoma"/>
                <a:cs typeface="Tahoma"/>
              </a:rPr>
              <a:t>e</a:t>
            </a:r>
            <a:r>
              <a:rPr lang="en-US" sz="2200" spc="25" dirty="0">
                <a:latin typeface="Tahoma"/>
                <a:cs typeface="Tahoma"/>
              </a:rPr>
              <a:t>n</a:t>
            </a:r>
            <a:r>
              <a:rPr lang="en-US" sz="2200" spc="-90" dirty="0">
                <a:latin typeface="Tahoma"/>
                <a:cs typeface="Tahoma"/>
              </a:rPr>
              <a:t> </a:t>
            </a:r>
            <a:r>
              <a:rPr lang="en-US" sz="2200" spc="90" dirty="0">
                <a:latin typeface="Tahoma"/>
                <a:cs typeface="Tahoma"/>
              </a:rPr>
              <a:t>b</a:t>
            </a:r>
            <a:r>
              <a:rPr lang="en-US" sz="2200" spc="150" dirty="0">
                <a:latin typeface="Tahoma"/>
                <a:cs typeface="Tahoma"/>
              </a:rPr>
              <a:t>a</a:t>
            </a:r>
            <a:r>
              <a:rPr lang="en-US" sz="2200" spc="90" dirty="0">
                <a:latin typeface="Tahoma"/>
                <a:cs typeface="Tahoma"/>
              </a:rPr>
              <a:t>d</a:t>
            </a:r>
            <a:r>
              <a:rPr lang="en-US" sz="2200" spc="-90" dirty="0">
                <a:latin typeface="Tahoma"/>
                <a:cs typeface="Tahoma"/>
              </a:rPr>
              <a:t> </a:t>
            </a:r>
            <a:r>
              <a:rPr lang="en-US" sz="2200" spc="135" dirty="0">
                <a:latin typeface="Tahoma"/>
                <a:cs typeface="Tahoma"/>
              </a:rPr>
              <a:t>g</a:t>
            </a:r>
            <a:r>
              <a:rPr lang="en-US" sz="2200" spc="5" dirty="0">
                <a:latin typeface="Tahoma"/>
                <a:cs typeface="Tahoma"/>
              </a:rPr>
              <a:t>u</a:t>
            </a:r>
            <a:r>
              <a:rPr lang="en-US" sz="2200" spc="135" dirty="0">
                <a:latin typeface="Tahoma"/>
                <a:cs typeface="Tahoma"/>
              </a:rPr>
              <a:t>y</a:t>
            </a:r>
            <a:r>
              <a:rPr lang="en-US" sz="2200" spc="35" dirty="0">
                <a:latin typeface="Tahoma"/>
                <a:cs typeface="Tahoma"/>
              </a:rPr>
              <a:t>s</a:t>
            </a:r>
            <a:r>
              <a:rPr lang="en-US" sz="2200" spc="-90" dirty="0">
                <a:latin typeface="Tahoma"/>
                <a:cs typeface="Tahoma"/>
              </a:rPr>
              <a:t> </a:t>
            </a:r>
            <a:r>
              <a:rPr lang="en-US" sz="2200" spc="110" dirty="0">
                <a:latin typeface="Tahoma"/>
                <a:cs typeface="Tahoma"/>
              </a:rPr>
              <a:t>c</a:t>
            </a:r>
            <a:r>
              <a:rPr lang="en-US" sz="2200" spc="15" dirty="0">
                <a:latin typeface="Tahoma"/>
                <a:cs typeface="Tahoma"/>
              </a:rPr>
              <a:t>r</a:t>
            </a:r>
            <a:r>
              <a:rPr lang="en-US" sz="2200" spc="150" dirty="0">
                <a:latin typeface="Tahoma"/>
                <a:cs typeface="Tahoma"/>
              </a:rPr>
              <a:t>a</a:t>
            </a:r>
            <a:r>
              <a:rPr lang="en-US" sz="2200" spc="110" dirty="0">
                <a:latin typeface="Tahoma"/>
                <a:cs typeface="Tahoma"/>
              </a:rPr>
              <a:t>c</a:t>
            </a:r>
            <a:r>
              <a:rPr lang="en-US" sz="2200" spc="40" dirty="0">
                <a:latin typeface="Tahoma"/>
                <a:cs typeface="Tahoma"/>
              </a:rPr>
              <a:t>k  </a:t>
            </a:r>
            <a:r>
              <a:rPr lang="en-US" sz="2200" spc="55" dirty="0">
                <a:latin typeface="Tahoma"/>
                <a:cs typeface="Tahoma"/>
              </a:rPr>
              <a:t>one</a:t>
            </a:r>
            <a:r>
              <a:rPr lang="en-US" sz="2200" spc="-95" dirty="0">
                <a:latin typeface="Tahoma"/>
                <a:cs typeface="Tahoma"/>
              </a:rPr>
              <a:t> </a:t>
            </a:r>
            <a:r>
              <a:rPr lang="en-US" sz="2200" spc="25" dirty="0">
                <a:latin typeface="Tahoma"/>
                <a:cs typeface="Tahoma"/>
              </a:rPr>
              <a:t>password,</a:t>
            </a:r>
            <a:r>
              <a:rPr lang="en-US" sz="2200" spc="-95" dirty="0">
                <a:latin typeface="Tahoma"/>
                <a:cs typeface="Tahoma"/>
              </a:rPr>
              <a:t> </a:t>
            </a:r>
            <a:r>
              <a:rPr lang="en-US" sz="2200" spc="35" dirty="0">
                <a:latin typeface="Tahoma"/>
                <a:cs typeface="Tahoma"/>
              </a:rPr>
              <a:t>they</a:t>
            </a:r>
            <a:r>
              <a:rPr lang="en-US" sz="2200" spc="-90" dirty="0">
                <a:latin typeface="Tahoma"/>
                <a:cs typeface="Tahoma"/>
              </a:rPr>
              <a:t> </a:t>
            </a:r>
            <a:r>
              <a:rPr lang="en-US" sz="2200" spc="95" dirty="0">
                <a:latin typeface="Tahoma"/>
                <a:cs typeface="Tahoma"/>
              </a:rPr>
              <a:t>can</a:t>
            </a:r>
            <a:r>
              <a:rPr lang="en-US" sz="2200" spc="-90" dirty="0">
                <a:latin typeface="Tahoma"/>
                <a:cs typeface="Tahoma"/>
              </a:rPr>
              <a:t> </a:t>
            </a:r>
            <a:r>
              <a:rPr lang="en-US" sz="2200" spc="30" dirty="0">
                <a:latin typeface="Tahoma"/>
                <a:cs typeface="Tahoma"/>
              </a:rPr>
              <a:t>often</a:t>
            </a:r>
            <a:r>
              <a:rPr lang="en-US" sz="2200" spc="-85" dirty="0">
                <a:latin typeface="Tahoma"/>
                <a:cs typeface="Tahoma"/>
              </a:rPr>
              <a:t> </a:t>
            </a:r>
            <a:r>
              <a:rPr lang="en-US" sz="2200" spc="80" dirty="0">
                <a:latin typeface="Tahoma"/>
                <a:cs typeface="Tahoma"/>
              </a:rPr>
              <a:t>access</a:t>
            </a:r>
            <a:r>
              <a:rPr lang="en-US" sz="2200" spc="-90" dirty="0">
                <a:latin typeface="Tahoma"/>
                <a:cs typeface="Tahoma"/>
              </a:rPr>
              <a:t> </a:t>
            </a:r>
            <a:r>
              <a:rPr lang="en-US" sz="2200" spc="20" dirty="0">
                <a:latin typeface="Tahoma"/>
                <a:cs typeface="Tahoma"/>
              </a:rPr>
              <a:t>other</a:t>
            </a:r>
            <a:r>
              <a:rPr lang="en-US" sz="2200" spc="-90" dirty="0">
                <a:latin typeface="Tahoma"/>
                <a:cs typeface="Tahoma"/>
              </a:rPr>
              <a:t> </a:t>
            </a:r>
            <a:r>
              <a:rPr lang="en-US" sz="2200" spc="55" dirty="0">
                <a:latin typeface="Tahoma"/>
                <a:cs typeface="Tahoma"/>
              </a:rPr>
              <a:t>systems</a:t>
            </a:r>
            <a:r>
              <a:rPr lang="en-US" sz="2200" spc="-90" dirty="0">
                <a:latin typeface="Tahoma"/>
                <a:cs typeface="Tahoma"/>
              </a:rPr>
              <a:t> </a:t>
            </a:r>
            <a:r>
              <a:rPr lang="en-US" sz="2200" spc="-25" dirty="0">
                <a:latin typeface="Tahoma"/>
                <a:cs typeface="Tahoma"/>
              </a:rPr>
              <a:t>with</a:t>
            </a:r>
            <a:r>
              <a:rPr lang="en-US" sz="2200" spc="-90" dirty="0">
                <a:latin typeface="Tahoma"/>
                <a:cs typeface="Tahoma"/>
              </a:rPr>
              <a:t> </a:t>
            </a:r>
            <a:r>
              <a:rPr lang="en-US" sz="2200" spc="15" dirty="0">
                <a:latin typeface="Tahoma"/>
                <a:cs typeface="Tahoma"/>
              </a:rPr>
              <a:t>that </a:t>
            </a:r>
            <a:r>
              <a:rPr lang="en-US" sz="2200" spc="-675" dirty="0">
                <a:latin typeface="Tahoma"/>
                <a:cs typeface="Tahoma"/>
              </a:rPr>
              <a:t> </a:t>
            </a:r>
            <a:r>
              <a:rPr lang="en-US" sz="2200" spc="95" dirty="0">
                <a:latin typeface="Tahoma"/>
                <a:cs typeface="Tahoma"/>
              </a:rPr>
              <a:t>same</a:t>
            </a:r>
            <a:r>
              <a:rPr lang="en-US" sz="2200" spc="-100" dirty="0">
                <a:latin typeface="Tahoma"/>
                <a:cs typeface="Tahoma"/>
              </a:rPr>
              <a:t> </a:t>
            </a:r>
            <a:r>
              <a:rPr lang="en-US" sz="2200" spc="65" dirty="0">
                <a:latin typeface="Tahoma"/>
                <a:cs typeface="Tahoma"/>
              </a:rPr>
              <a:t>password</a:t>
            </a:r>
            <a:r>
              <a:rPr lang="en-US" sz="2200" spc="-90" dirty="0">
                <a:latin typeface="Tahoma"/>
                <a:cs typeface="Tahoma"/>
              </a:rPr>
              <a:t> </a:t>
            </a:r>
            <a:r>
              <a:rPr lang="en-US" sz="2200" spc="90" dirty="0">
                <a:latin typeface="Tahoma"/>
                <a:cs typeface="Tahoma"/>
              </a:rPr>
              <a:t>and</a:t>
            </a:r>
            <a:r>
              <a:rPr lang="en-US" sz="2200" spc="-90" dirty="0">
                <a:latin typeface="Tahoma"/>
                <a:cs typeface="Tahoma"/>
              </a:rPr>
              <a:t> </a:t>
            </a:r>
            <a:r>
              <a:rPr lang="en-US" sz="2200" spc="15" dirty="0">
                <a:latin typeface="Tahoma"/>
                <a:cs typeface="Tahoma"/>
              </a:rPr>
              <a:t>username</a:t>
            </a:r>
            <a:endParaRPr lang="en-US" dirty="0"/>
          </a:p>
        </p:txBody>
      </p:sp>
    </p:spTree>
    <p:extLst>
      <p:ext uri="{BB962C8B-B14F-4D97-AF65-F5344CB8AC3E}">
        <p14:creationId xmlns:p14="http://schemas.microsoft.com/office/powerpoint/2010/main" val="1672108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5ADA6-F1F6-CB0E-2DF3-DBF2ADC1814A}"/>
              </a:ext>
            </a:extLst>
          </p:cNvPr>
          <p:cNvSpPr>
            <a:spLocks noGrp="1"/>
          </p:cNvSpPr>
          <p:nvPr>
            <p:ph type="title"/>
          </p:nvPr>
        </p:nvSpPr>
        <p:spPr/>
        <p:txBody>
          <a:bodyPr/>
          <a:lstStyle/>
          <a:p>
            <a:r>
              <a:rPr lang="en-US" b="1" spc="-20" dirty="0"/>
              <a:t>P</a:t>
            </a:r>
            <a:r>
              <a:rPr lang="en-US" b="1" spc="-15" dirty="0"/>
              <a:t>a</a:t>
            </a:r>
            <a:r>
              <a:rPr lang="en-US" b="1" spc="-125" dirty="0"/>
              <a:t>ss</a:t>
            </a:r>
            <a:r>
              <a:rPr lang="en-US" b="1" spc="-160" dirty="0"/>
              <a:t>w</a:t>
            </a:r>
            <a:r>
              <a:rPr lang="en-US" b="1" spc="-40" dirty="0"/>
              <a:t>o</a:t>
            </a:r>
            <a:r>
              <a:rPr lang="en-US" b="1" spc="-130" dirty="0"/>
              <a:t>r</a:t>
            </a:r>
            <a:r>
              <a:rPr lang="en-US" b="1" spc="-65" dirty="0"/>
              <a:t>d</a:t>
            </a:r>
            <a:r>
              <a:rPr lang="en-US" b="1" spc="-165" dirty="0"/>
              <a:t> </a:t>
            </a:r>
            <a:r>
              <a:rPr lang="en-US" b="1" spc="-55" dirty="0"/>
              <a:t>V</a:t>
            </a:r>
            <a:r>
              <a:rPr lang="en-US" b="1" spc="-155" dirty="0"/>
              <a:t>u</a:t>
            </a:r>
            <a:r>
              <a:rPr lang="en-US" b="1" spc="-125" dirty="0"/>
              <a:t>l</a:t>
            </a:r>
            <a:r>
              <a:rPr lang="en-US" b="1" spc="-135" dirty="0"/>
              <a:t>n</a:t>
            </a:r>
            <a:r>
              <a:rPr lang="en-US" b="1" spc="-105" dirty="0"/>
              <a:t>e</a:t>
            </a:r>
            <a:r>
              <a:rPr lang="en-US" b="1" spc="-130" dirty="0"/>
              <a:t>r</a:t>
            </a:r>
            <a:r>
              <a:rPr lang="en-US" b="1" spc="-15" dirty="0"/>
              <a:t>a</a:t>
            </a:r>
            <a:r>
              <a:rPr lang="en-US" b="1" spc="-60" dirty="0"/>
              <a:t>b</a:t>
            </a:r>
            <a:r>
              <a:rPr lang="en-US" b="1" spc="-150" dirty="0"/>
              <a:t>i</a:t>
            </a:r>
            <a:r>
              <a:rPr lang="en-US" b="1" spc="-125" dirty="0"/>
              <a:t>l</a:t>
            </a:r>
            <a:r>
              <a:rPr lang="en-US" b="1" spc="-150" dirty="0"/>
              <a:t>i</a:t>
            </a:r>
            <a:r>
              <a:rPr lang="en-US" b="1" spc="-170" dirty="0"/>
              <a:t>t</a:t>
            </a:r>
            <a:r>
              <a:rPr lang="en-US" b="1" spc="-150" dirty="0"/>
              <a:t>i</a:t>
            </a:r>
            <a:r>
              <a:rPr lang="en-US" b="1" spc="-105" dirty="0"/>
              <a:t>e</a:t>
            </a:r>
            <a:r>
              <a:rPr lang="en-US" b="1" spc="-130" dirty="0"/>
              <a:t>s</a:t>
            </a:r>
            <a:endParaRPr lang="en-US" dirty="0"/>
          </a:p>
        </p:txBody>
      </p:sp>
      <p:sp>
        <p:nvSpPr>
          <p:cNvPr id="3" name="Content Placeholder 2">
            <a:extLst>
              <a:ext uri="{FF2B5EF4-FFF2-40B4-BE49-F238E27FC236}">
                <a16:creationId xmlns:a16="http://schemas.microsoft.com/office/drawing/2014/main" id="{8CC7EF3C-C9B1-12F9-3864-70919F47B143}"/>
              </a:ext>
            </a:extLst>
          </p:cNvPr>
          <p:cNvSpPr>
            <a:spLocks noGrp="1"/>
          </p:cNvSpPr>
          <p:nvPr>
            <p:ph idx="1"/>
          </p:nvPr>
        </p:nvSpPr>
        <p:spPr/>
        <p:txBody>
          <a:bodyPr>
            <a:normAutofit/>
          </a:bodyPr>
          <a:lstStyle/>
          <a:p>
            <a:pPr marL="286385" marR="5080" indent="-274320" algn="just">
              <a:lnSpc>
                <a:spcPct val="79900"/>
              </a:lnSpc>
              <a:spcBef>
                <a:spcPts val="525"/>
              </a:spcBef>
            </a:pPr>
            <a:r>
              <a:rPr lang="en-US" spc="-25" dirty="0">
                <a:latin typeface="Verdana"/>
                <a:cs typeface="Verdana"/>
              </a:rPr>
              <a:t>Written </a:t>
            </a:r>
            <a:r>
              <a:rPr lang="en-US" spc="-10" dirty="0">
                <a:latin typeface="Verdana"/>
                <a:cs typeface="Verdana"/>
              </a:rPr>
              <a:t>down </a:t>
            </a:r>
            <a:r>
              <a:rPr lang="en-US" spc="-85" dirty="0">
                <a:latin typeface="Verdana"/>
                <a:cs typeface="Verdana"/>
              </a:rPr>
              <a:t>in </a:t>
            </a:r>
            <a:r>
              <a:rPr lang="en-US" spc="-10" dirty="0">
                <a:latin typeface="Verdana"/>
                <a:cs typeface="Verdana"/>
              </a:rPr>
              <a:t>unsecure </a:t>
            </a:r>
            <a:r>
              <a:rPr lang="en-US" spc="-25" dirty="0">
                <a:latin typeface="Verdana"/>
                <a:cs typeface="Verdana"/>
              </a:rPr>
              <a:t>places. </a:t>
            </a:r>
          </a:p>
          <a:p>
            <a:pPr marL="286385" marR="5080" indent="-274320" algn="just">
              <a:lnSpc>
                <a:spcPct val="79900"/>
              </a:lnSpc>
              <a:spcBef>
                <a:spcPts val="525"/>
              </a:spcBef>
            </a:pPr>
            <a:r>
              <a:rPr lang="en-US" spc="105" dirty="0">
                <a:latin typeface="Tahoma"/>
                <a:cs typeface="Tahoma"/>
              </a:rPr>
              <a:t>The </a:t>
            </a:r>
            <a:r>
              <a:rPr lang="en-US" spc="170" dirty="0">
                <a:latin typeface="Tahoma"/>
                <a:cs typeface="Tahoma"/>
              </a:rPr>
              <a:t>more </a:t>
            </a:r>
            <a:r>
              <a:rPr lang="en-US" spc="165" dirty="0">
                <a:latin typeface="Tahoma"/>
                <a:cs typeface="Tahoma"/>
              </a:rPr>
              <a:t>complex </a:t>
            </a:r>
            <a:r>
              <a:rPr lang="en-US" spc="150" dirty="0">
                <a:latin typeface="Tahoma"/>
                <a:cs typeface="Tahoma"/>
              </a:rPr>
              <a:t>a </a:t>
            </a:r>
            <a:r>
              <a:rPr lang="en-US" spc="-675" dirty="0">
                <a:latin typeface="Tahoma"/>
                <a:cs typeface="Tahoma"/>
              </a:rPr>
              <a:t> </a:t>
            </a:r>
            <a:r>
              <a:rPr lang="en-US" spc="105" dirty="0">
                <a:latin typeface="Tahoma"/>
                <a:cs typeface="Tahoma"/>
              </a:rPr>
              <a:t>password</a:t>
            </a:r>
            <a:r>
              <a:rPr lang="en-US" dirty="0">
                <a:latin typeface="Tahoma"/>
                <a:cs typeface="Tahoma"/>
              </a:rPr>
              <a:t> </a:t>
            </a:r>
            <a:r>
              <a:rPr lang="en-US" spc="-75" dirty="0">
                <a:latin typeface="Tahoma"/>
                <a:cs typeface="Tahoma"/>
              </a:rPr>
              <a:t>is,</a:t>
            </a:r>
            <a:r>
              <a:rPr lang="en-US" spc="-5" dirty="0">
                <a:latin typeface="Tahoma"/>
                <a:cs typeface="Tahoma"/>
              </a:rPr>
              <a:t> </a:t>
            </a:r>
            <a:r>
              <a:rPr lang="en-US" spc="30" dirty="0">
                <a:latin typeface="Tahoma"/>
                <a:cs typeface="Tahoma"/>
              </a:rPr>
              <a:t>the</a:t>
            </a:r>
            <a:r>
              <a:rPr lang="en-US" spc="5" dirty="0">
                <a:latin typeface="Tahoma"/>
                <a:cs typeface="Tahoma"/>
              </a:rPr>
              <a:t> </a:t>
            </a:r>
            <a:r>
              <a:rPr lang="en-US" spc="110" dirty="0">
                <a:latin typeface="Tahoma"/>
                <a:cs typeface="Tahoma"/>
              </a:rPr>
              <a:t>more</a:t>
            </a:r>
            <a:r>
              <a:rPr lang="en-US" spc="10" dirty="0">
                <a:latin typeface="Tahoma"/>
                <a:cs typeface="Tahoma"/>
              </a:rPr>
              <a:t> </a:t>
            </a:r>
            <a:r>
              <a:rPr lang="en-US" spc="55" dirty="0">
                <a:latin typeface="Tahoma"/>
                <a:cs typeface="Tahoma"/>
              </a:rPr>
              <a:t>difficult</a:t>
            </a:r>
            <a:r>
              <a:rPr lang="en-US" spc="5" dirty="0">
                <a:latin typeface="Tahoma"/>
                <a:cs typeface="Tahoma"/>
              </a:rPr>
              <a:t> </a:t>
            </a:r>
            <a:r>
              <a:rPr lang="en-US" spc="-25" dirty="0">
                <a:latin typeface="Tahoma"/>
                <a:cs typeface="Tahoma"/>
              </a:rPr>
              <a:t>it</a:t>
            </a:r>
            <a:r>
              <a:rPr lang="en-US" spc="5" dirty="0">
                <a:latin typeface="Tahoma"/>
                <a:cs typeface="Tahoma"/>
              </a:rPr>
              <a:t> </a:t>
            </a:r>
            <a:r>
              <a:rPr lang="en-US" spc="15" dirty="0">
                <a:latin typeface="Tahoma"/>
                <a:cs typeface="Tahoma"/>
              </a:rPr>
              <a:t>is </a:t>
            </a:r>
            <a:r>
              <a:rPr lang="en-US" spc="50" dirty="0">
                <a:latin typeface="Tahoma"/>
                <a:cs typeface="Tahoma"/>
              </a:rPr>
              <a:t>to</a:t>
            </a:r>
            <a:r>
              <a:rPr lang="en-US" spc="5" dirty="0">
                <a:latin typeface="Tahoma"/>
                <a:cs typeface="Tahoma"/>
              </a:rPr>
              <a:t> </a:t>
            </a:r>
            <a:r>
              <a:rPr lang="en-US" spc="60" dirty="0">
                <a:latin typeface="Tahoma"/>
                <a:cs typeface="Tahoma"/>
              </a:rPr>
              <a:t>crack.</a:t>
            </a:r>
            <a:r>
              <a:rPr lang="en-US" spc="10" dirty="0">
                <a:latin typeface="Tahoma"/>
                <a:cs typeface="Tahoma"/>
              </a:rPr>
              <a:t> </a:t>
            </a:r>
          </a:p>
          <a:p>
            <a:pPr marL="286385" marR="5080" indent="-274320" algn="just">
              <a:lnSpc>
                <a:spcPct val="79900"/>
              </a:lnSpc>
              <a:spcBef>
                <a:spcPts val="525"/>
              </a:spcBef>
            </a:pPr>
            <a:r>
              <a:rPr lang="en-US" spc="45" dirty="0">
                <a:latin typeface="Tahoma"/>
                <a:cs typeface="Tahoma"/>
              </a:rPr>
              <a:t>However,</a:t>
            </a:r>
            <a:r>
              <a:rPr lang="en-US" spc="5" dirty="0">
                <a:latin typeface="Tahoma"/>
                <a:cs typeface="Tahoma"/>
              </a:rPr>
              <a:t> </a:t>
            </a:r>
            <a:r>
              <a:rPr lang="en-US" spc="55" dirty="0">
                <a:latin typeface="Tahoma"/>
                <a:cs typeface="Tahoma"/>
              </a:rPr>
              <a:t>when </a:t>
            </a:r>
            <a:r>
              <a:rPr lang="en-US" spc="45" dirty="0">
                <a:latin typeface="Tahoma"/>
                <a:cs typeface="Tahoma"/>
              </a:rPr>
              <a:t>users</a:t>
            </a:r>
            <a:r>
              <a:rPr lang="en-US" spc="-55" dirty="0">
                <a:latin typeface="Tahoma"/>
                <a:cs typeface="Tahoma"/>
              </a:rPr>
              <a:t> </a:t>
            </a:r>
            <a:r>
              <a:rPr lang="en-US" spc="70" dirty="0">
                <a:latin typeface="Tahoma"/>
                <a:cs typeface="Tahoma"/>
              </a:rPr>
              <a:t>create</a:t>
            </a:r>
            <a:r>
              <a:rPr lang="en-US" spc="-55" dirty="0">
                <a:latin typeface="Tahoma"/>
                <a:cs typeface="Tahoma"/>
              </a:rPr>
              <a:t> </a:t>
            </a:r>
            <a:r>
              <a:rPr lang="en-US" spc="75" dirty="0">
                <a:latin typeface="Tahoma"/>
                <a:cs typeface="Tahoma"/>
              </a:rPr>
              <a:t>complex</a:t>
            </a:r>
            <a:r>
              <a:rPr lang="en-US" spc="-55" dirty="0">
                <a:latin typeface="Tahoma"/>
                <a:cs typeface="Tahoma"/>
              </a:rPr>
              <a:t> </a:t>
            </a:r>
            <a:r>
              <a:rPr lang="en-US" spc="45" dirty="0">
                <a:latin typeface="Tahoma"/>
                <a:cs typeface="Tahoma"/>
              </a:rPr>
              <a:t>passwords,</a:t>
            </a:r>
            <a:r>
              <a:rPr lang="en-US" spc="-45" dirty="0">
                <a:latin typeface="Tahoma"/>
                <a:cs typeface="Tahoma"/>
              </a:rPr>
              <a:t> </a:t>
            </a:r>
            <a:r>
              <a:rPr lang="en-US" spc="35" dirty="0">
                <a:latin typeface="Tahoma"/>
                <a:cs typeface="Tahoma"/>
              </a:rPr>
              <a:t>they’re</a:t>
            </a:r>
            <a:r>
              <a:rPr lang="en-US" spc="-45" dirty="0">
                <a:latin typeface="Tahoma"/>
                <a:cs typeface="Tahoma"/>
              </a:rPr>
              <a:t> </a:t>
            </a:r>
            <a:r>
              <a:rPr lang="en-US" spc="95" dirty="0">
                <a:latin typeface="Tahoma"/>
                <a:cs typeface="Tahoma"/>
              </a:rPr>
              <a:t>more</a:t>
            </a:r>
            <a:r>
              <a:rPr lang="en-US" spc="-50" dirty="0">
                <a:latin typeface="Tahoma"/>
                <a:cs typeface="Tahoma"/>
              </a:rPr>
              <a:t> </a:t>
            </a:r>
            <a:r>
              <a:rPr lang="en-US" spc="40" dirty="0">
                <a:latin typeface="Tahoma"/>
                <a:cs typeface="Tahoma"/>
              </a:rPr>
              <a:t>likely</a:t>
            </a:r>
            <a:r>
              <a:rPr lang="en-US" spc="-45" dirty="0">
                <a:latin typeface="Tahoma"/>
                <a:cs typeface="Tahoma"/>
              </a:rPr>
              <a:t> </a:t>
            </a:r>
            <a:r>
              <a:rPr lang="en-US" spc="40" dirty="0">
                <a:latin typeface="Tahoma"/>
                <a:cs typeface="Tahoma"/>
              </a:rPr>
              <a:t>to</a:t>
            </a:r>
            <a:r>
              <a:rPr lang="en-US" spc="-50" dirty="0">
                <a:latin typeface="Tahoma"/>
                <a:cs typeface="Tahoma"/>
              </a:rPr>
              <a:t> </a:t>
            </a:r>
            <a:r>
              <a:rPr lang="en-US" spc="10" dirty="0">
                <a:latin typeface="Tahoma"/>
                <a:cs typeface="Tahoma"/>
              </a:rPr>
              <a:t>write </a:t>
            </a:r>
            <a:r>
              <a:rPr lang="en-US" spc="95" dirty="0">
                <a:latin typeface="Tahoma"/>
                <a:cs typeface="Tahoma"/>
              </a:rPr>
              <a:t>them</a:t>
            </a:r>
            <a:r>
              <a:rPr lang="en-US" spc="55" dirty="0">
                <a:latin typeface="Tahoma"/>
                <a:cs typeface="Tahoma"/>
              </a:rPr>
              <a:t> </a:t>
            </a:r>
            <a:r>
              <a:rPr lang="en-US" spc="40" dirty="0">
                <a:latin typeface="Tahoma"/>
                <a:cs typeface="Tahoma"/>
              </a:rPr>
              <a:t>down.</a:t>
            </a:r>
            <a:r>
              <a:rPr lang="en-US" spc="55" dirty="0">
                <a:latin typeface="Tahoma"/>
                <a:cs typeface="Tahoma"/>
              </a:rPr>
              <a:t> </a:t>
            </a:r>
          </a:p>
          <a:p>
            <a:pPr marL="286385" marR="5080" indent="-274320" algn="just">
              <a:lnSpc>
                <a:spcPct val="79900"/>
              </a:lnSpc>
              <a:spcBef>
                <a:spcPts val="525"/>
              </a:spcBef>
            </a:pPr>
            <a:r>
              <a:rPr lang="en-US" spc="80" dirty="0">
                <a:latin typeface="Tahoma"/>
                <a:cs typeface="Tahoma"/>
              </a:rPr>
              <a:t>External</a:t>
            </a:r>
            <a:r>
              <a:rPr lang="en-US" spc="55" dirty="0">
                <a:latin typeface="Tahoma"/>
                <a:cs typeface="Tahoma"/>
              </a:rPr>
              <a:t> </a:t>
            </a:r>
            <a:r>
              <a:rPr lang="en-US" spc="120" dirty="0">
                <a:latin typeface="Tahoma"/>
                <a:cs typeface="Tahoma"/>
              </a:rPr>
              <a:t>attackers</a:t>
            </a:r>
            <a:r>
              <a:rPr lang="en-US" spc="55" dirty="0">
                <a:latin typeface="Tahoma"/>
                <a:cs typeface="Tahoma"/>
              </a:rPr>
              <a:t> </a:t>
            </a:r>
            <a:r>
              <a:rPr lang="en-US" spc="140" dirty="0">
                <a:latin typeface="Tahoma"/>
                <a:cs typeface="Tahoma"/>
              </a:rPr>
              <a:t>and</a:t>
            </a:r>
            <a:r>
              <a:rPr lang="en-US" spc="60" dirty="0">
                <a:latin typeface="Tahoma"/>
                <a:cs typeface="Tahoma"/>
              </a:rPr>
              <a:t> </a:t>
            </a:r>
            <a:r>
              <a:rPr lang="en-US" spc="110" dirty="0">
                <a:latin typeface="Tahoma"/>
                <a:cs typeface="Tahoma"/>
              </a:rPr>
              <a:t>malicious</a:t>
            </a:r>
            <a:r>
              <a:rPr lang="en-US" spc="55" dirty="0">
                <a:latin typeface="Tahoma"/>
                <a:cs typeface="Tahoma"/>
              </a:rPr>
              <a:t> </a:t>
            </a:r>
            <a:r>
              <a:rPr lang="en-US" spc="85" dirty="0">
                <a:latin typeface="Tahoma"/>
                <a:cs typeface="Tahoma"/>
              </a:rPr>
              <a:t>insiders</a:t>
            </a:r>
            <a:r>
              <a:rPr lang="en-US" spc="55" dirty="0">
                <a:latin typeface="Tahoma"/>
                <a:cs typeface="Tahoma"/>
              </a:rPr>
              <a:t> </a:t>
            </a:r>
            <a:r>
              <a:rPr lang="en-US" spc="150" dirty="0">
                <a:latin typeface="Tahoma"/>
                <a:cs typeface="Tahoma"/>
              </a:rPr>
              <a:t>can </a:t>
            </a:r>
            <a:r>
              <a:rPr lang="en-US" spc="75" dirty="0">
                <a:latin typeface="Tahoma"/>
                <a:cs typeface="Tahoma"/>
              </a:rPr>
              <a:t>find</a:t>
            </a:r>
            <a:r>
              <a:rPr lang="en-US" spc="45" dirty="0">
                <a:latin typeface="Tahoma"/>
                <a:cs typeface="Tahoma"/>
              </a:rPr>
              <a:t> </a:t>
            </a:r>
            <a:r>
              <a:rPr lang="en-US" spc="70" dirty="0">
                <a:latin typeface="Tahoma"/>
                <a:cs typeface="Tahoma"/>
              </a:rPr>
              <a:t>these</a:t>
            </a:r>
            <a:r>
              <a:rPr lang="en-US" spc="45" dirty="0">
                <a:latin typeface="Tahoma"/>
                <a:cs typeface="Tahoma"/>
              </a:rPr>
              <a:t> </a:t>
            </a:r>
            <a:r>
              <a:rPr lang="en-US" spc="125" dirty="0">
                <a:latin typeface="Tahoma"/>
                <a:cs typeface="Tahoma"/>
              </a:rPr>
              <a:t>passwords</a:t>
            </a:r>
            <a:r>
              <a:rPr lang="en-US" spc="45" dirty="0">
                <a:latin typeface="Tahoma"/>
                <a:cs typeface="Tahoma"/>
              </a:rPr>
              <a:t> </a:t>
            </a:r>
            <a:r>
              <a:rPr lang="en-US" spc="135" dirty="0">
                <a:latin typeface="Tahoma"/>
                <a:cs typeface="Tahoma"/>
              </a:rPr>
              <a:t>and</a:t>
            </a:r>
            <a:r>
              <a:rPr lang="en-US" spc="50" dirty="0">
                <a:latin typeface="Tahoma"/>
                <a:cs typeface="Tahoma"/>
              </a:rPr>
              <a:t> </a:t>
            </a:r>
            <a:r>
              <a:rPr lang="en-US" spc="80" dirty="0">
                <a:latin typeface="Tahoma"/>
                <a:cs typeface="Tahoma"/>
              </a:rPr>
              <a:t>use</a:t>
            </a:r>
            <a:r>
              <a:rPr lang="en-US" spc="50" dirty="0">
                <a:latin typeface="Tahoma"/>
                <a:cs typeface="Tahoma"/>
              </a:rPr>
              <a:t> </a:t>
            </a:r>
            <a:r>
              <a:rPr lang="en-US" spc="95" dirty="0">
                <a:latin typeface="Tahoma"/>
                <a:cs typeface="Tahoma"/>
              </a:rPr>
              <a:t>them</a:t>
            </a:r>
            <a:r>
              <a:rPr lang="en-US" spc="60" dirty="0">
                <a:latin typeface="Tahoma"/>
                <a:cs typeface="Tahoma"/>
              </a:rPr>
              <a:t> </a:t>
            </a:r>
            <a:r>
              <a:rPr lang="en-US" spc="120" dirty="0">
                <a:latin typeface="Tahoma"/>
                <a:cs typeface="Tahoma"/>
              </a:rPr>
              <a:t>against</a:t>
            </a:r>
            <a:r>
              <a:rPr lang="en-US" spc="50" dirty="0">
                <a:latin typeface="Tahoma"/>
                <a:cs typeface="Tahoma"/>
              </a:rPr>
              <a:t> </a:t>
            </a:r>
            <a:r>
              <a:rPr lang="en-US" spc="130" dirty="0">
                <a:latin typeface="Tahoma"/>
                <a:cs typeface="Tahoma"/>
              </a:rPr>
              <a:t>you</a:t>
            </a:r>
            <a:r>
              <a:rPr lang="en-US" spc="60" dirty="0">
                <a:latin typeface="Tahoma"/>
                <a:cs typeface="Tahoma"/>
              </a:rPr>
              <a:t> </a:t>
            </a:r>
            <a:r>
              <a:rPr lang="en-US" spc="140" dirty="0">
                <a:latin typeface="Tahoma"/>
                <a:cs typeface="Tahoma"/>
              </a:rPr>
              <a:t>and</a:t>
            </a:r>
            <a:r>
              <a:rPr lang="en-US" spc="55" dirty="0">
                <a:latin typeface="Tahoma"/>
                <a:cs typeface="Tahoma"/>
              </a:rPr>
              <a:t> </a:t>
            </a:r>
            <a:r>
              <a:rPr lang="en-US" spc="120" dirty="0">
                <a:latin typeface="Tahoma"/>
                <a:cs typeface="Tahoma"/>
              </a:rPr>
              <a:t>your </a:t>
            </a:r>
            <a:r>
              <a:rPr lang="en-US" spc="-10" dirty="0">
                <a:latin typeface="Tahoma"/>
                <a:cs typeface="Tahoma"/>
              </a:rPr>
              <a:t>business.</a:t>
            </a:r>
            <a:endParaRPr lang="en-US" dirty="0">
              <a:latin typeface="Tahoma"/>
              <a:cs typeface="Tahoma"/>
            </a:endParaRPr>
          </a:p>
          <a:p>
            <a:endParaRPr lang="en-US" dirty="0"/>
          </a:p>
        </p:txBody>
      </p:sp>
    </p:spTree>
    <p:extLst>
      <p:ext uri="{BB962C8B-B14F-4D97-AF65-F5344CB8AC3E}">
        <p14:creationId xmlns:p14="http://schemas.microsoft.com/office/powerpoint/2010/main" val="3850203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14547-7B1E-CFFD-CC13-CCD9503ED564}"/>
              </a:ext>
            </a:extLst>
          </p:cNvPr>
          <p:cNvSpPr>
            <a:spLocks noGrp="1"/>
          </p:cNvSpPr>
          <p:nvPr>
            <p:ph type="title"/>
          </p:nvPr>
        </p:nvSpPr>
        <p:spPr/>
        <p:txBody>
          <a:bodyPr/>
          <a:lstStyle/>
          <a:p>
            <a:r>
              <a:rPr lang="en-US" spc="65" dirty="0">
                <a:latin typeface="Tahoma"/>
                <a:cs typeface="Tahoma"/>
              </a:rPr>
              <a:t>2</a:t>
            </a:r>
            <a:r>
              <a:rPr lang="en-US" spc="-15" dirty="0">
                <a:latin typeface="Tahoma"/>
                <a:cs typeface="Tahoma"/>
              </a:rPr>
              <a:t>)</a:t>
            </a:r>
            <a:r>
              <a:rPr lang="en-US" spc="-90" dirty="0">
                <a:latin typeface="Tahoma"/>
                <a:cs typeface="Tahoma"/>
              </a:rPr>
              <a:t> </a:t>
            </a:r>
            <a:r>
              <a:rPr lang="en-US" spc="-45" dirty="0">
                <a:latin typeface="Verdana"/>
                <a:cs typeface="Verdana"/>
              </a:rPr>
              <a:t>T</a:t>
            </a:r>
            <a:r>
              <a:rPr lang="en-US" spc="-105" dirty="0">
                <a:latin typeface="Verdana"/>
                <a:cs typeface="Verdana"/>
              </a:rPr>
              <a:t>e</a:t>
            </a:r>
            <a:r>
              <a:rPr lang="en-US" spc="-20" dirty="0">
                <a:latin typeface="Verdana"/>
                <a:cs typeface="Verdana"/>
              </a:rPr>
              <a:t>c</a:t>
            </a:r>
            <a:r>
              <a:rPr lang="en-US" spc="-155" dirty="0">
                <a:latin typeface="Verdana"/>
                <a:cs typeface="Verdana"/>
              </a:rPr>
              <a:t>h</a:t>
            </a:r>
            <a:r>
              <a:rPr lang="en-US" spc="-135" dirty="0">
                <a:latin typeface="Verdana"/>
                <a:cs typeface="Verdana"/>
              </a:rPr>
              <a:t>n</a:t>
            </a:r>
            <a:r>
              <a:rPr lang="en-US" spc="-150" dirty="0">
                <a:latin typeface="Verdana"/>
                <a:cs typeface="Verdana"/>
              </a:rPr>
              <a:t>i</a:t>
            </a:r>
            <a:r>
              <a:rPr lang="en-US" spc="-20" dirty="0">
                <a:latin typeface="Verdana"/>
                <a:cs typeface="Verdana"/>
              </a:rPr>
              <a:t>c</a:t>
            </a:r>
            <a:r>
              <a:rPr lang="en-US" spc="-15" dirty="0">
                <a:latin typeface="Verdana"/>
                <a:cs typeface="Verdana"/>
              </a:rPr>
              <a:t>a</a:t>
            </a:r>
            <a:r>
              <a:rPr lang="en-US" spc="-130" dirty="0">
                <a:latin typeface="Verdana"/>
                <a:cs typeface="Verdana"/>
              </a:rPr>
              <a:t>l</a:t>
            </a:r>
            <a:r>
              <a:rPr lang="en-US" spc="-170" dirty="0">
                <a:latin typeface="Verdana"/>
                <a:cs typeface="Verdana"/>
              </a:rPr>
              <a:t> </a:t>
            </a:r>
            <a:r>
              <a:rPr lang="en-US" spc="-160" dirty="0">
                <a:latin typeface="Verdana"/>
                <a:cs typeface="Verdana"/>
              </a:rPr>
              <a:t>v</a:t>
            </a:r>
            <a:r>
              <a:rPr lang="en-US" spc="-155" dirty="0">
                <a:latin typeface="Verdana"/>
                <a:cs typeface="Verdana"/>
              </a:rPr>
              <a:t>u</a:t>
            </a:r>
            <a:r>
              <a:rPr lang="en-US" spc="-125" dirty="0">
                <a:latin typeface="Verdana"/>
                <a:cs typeface="Verdana"/>
              </a:rPr>
              <a:t>l</a:t>
            </a:r>
            <a:r>
              <a:rPr lang="en-US" spc="-135" dirty="0">
                <a:latin typeface="Verdana"/>
                <a:cs typeface="Verdana"/>
              </a:rPr>
              <a:t>n</a:t>
            </a:r>
            <a:r>
              <a:rPr lang="en-US" spc="-105" dirty="0">
                <a:latin typeface="Verdana"/>
                <a:cs typeface="Verdana"/>
              </a:rPr>
              <a:t>e</a:t>
            </a:r>
            <a:r>
              <a:rPr lang="en-US" spc="-130" dirty="0">
                <a:latin typeface="Verdana"/>
                <a:cs typeface="Verdana"/>
              </a:rPr>
              <a:t>r</a:t>
            </a:r>
            <a:r>
              <a:rPr lang="en-US" spc="-15" dirty="0">
                <a:latin typeface="Verdana"/>
                <a:cs typeface="Verdana"/>
              </a:rPr>
              <a:t>a</a:t>
            </a:r>
            <a:r>
              <a:rPr lang="en-US" spc="-60" dirty="0">
                <a:latin typeface="Verdana"/>
                <a:cs typeface="Verdana"/>
              </a:rPr>
              <a:t>b</a:t>
            </a:r>
            <a:r>
              <a:rPr lang="en-US" spc="-150" dirty="0">
                <a:latin typeface="Verdana"/>
                <a:cs typeface="Verdana"/>
              </a:rPr>
              <a:t>i</a:t>
            </a:r>
            <a:r>
              <a:rPr lang="en-US" spc="-125" dirty="0">
                <a:latin typeface="Verdana"/>
                <a:cs typeface="Verdana"/>
              </a:rPr>
              <a:t>l</a:t>
            </a:r>
            <a:r>
              <a:rPr lang="en-US" spc="-150" dirty="0">
                <a:latin typeface="Verdana"/>
                <a:cs typeface="Verdana"/>
              </a:rPr>
              <a:t>i</a:t>
            </a:r>
            <a:r>
              <a:rPr lang="en-US" spc="-170" dirty="0">
                <a:latin typeface="Verdana"/>
                <a:cs typeface="Verdana"/>
              </a:rPr>
              <a:t>t</a:t>
            </a:r>
            <a:r>
              <a:rPr lang="en-US" spc="-150" dirty="0">
                <a:latin typeface="Verdana"/>
                <a:cs typeface="Verdana"/>
              </a:rPr>
              <a:t>i</a:t>
            </a:r>
            <a:r>
              <a:rPr lang="en-US" spc="-105" dirty="0">
                <a:latin typeface="Verdana"/>
                <a:cs typeface="Verdana"/>
              </a:rPr>
              <a:t>e</a:t>
            </a:r>
            <a:r>
              <a:rPr lang="en-US" spc="-130" dirty="0">
                <a:latin typeface="Verdana"/>
                <a:cs typeface="Verdana"/>
              </a:rPr>
              <a:t>s</a:t>
            </a:r>
            <a:br>
              <a:rPr lang="en-US" dirty="0">
                <a:latin typeface="Verdana"/>
                <a:cs typeface="Verdana"/>
              </a:rPr>
            </a:br>
            <a:endParaRPr lang="en-US" dirty="0"/>
          </a:p>
        </p:txBody>
      </p:sp>
      <p:sp>
        <p:nvSpPr>
          <p:cNvPr id="3" name="Content Placeholder 2">
            <a:extLst>
              <a:ext uri="{FF2B5EF4-FFF2-40B4-BE49-F238E27FC236}">
                <a16:creationId xmlns:a16="http://schemas.microsoft.com/office/drawing/2014/main" id="{F9B8B85E-273E-8EE1-B5FA-DB6130E255BC}"/>
              </a:ext>
            </a:extLst>
          </p:cNvPr>
          <p:cNvSpPr>
            <a:spLocks noGrp="1"/>
          </p:cNvSpPr>
          <p:nvPr>
            <p:ph idx="1"/>
          </p:nvPr>
        </p:nvSpPr>
        <p:spPr/>
        <p:txBody>
          <a:bodyPr>
            <a:normAutofit/>
          </a:bodyPr>
          <a:lstStyle/>
          <a:p>
            <a:pPr marL="286385" marR="5080" indent="-274320">
              <a:lnSpc>
                <a:spcPct val="79900"/>
              </a:lnSpc>
              <a:spcBef>
                <a:spcPts val="530"/>
              </a:spcBef>
              <a:buClr>
                <a:srgbClr val="0AD0D9"/>
              </a:buClr>
              <a:buSzPct val="95454"/>
              <a:buFont typeface="Wingdings"/>
              <a:buChar char=""/>
              <a:tabLst>
                <a:tab pos="379730" algn="l"/>
                <a:tab pos="380365" algn="l"/>
              </a:tabLst>
            </a:pPr>
            <a:r>
              <a:rPr lang="en-US" dirty="0"/>
              <a:t>	</a:t>
            </a:r>
            <a:r>
              <a:rPr lang="en-US" spc="105" dirty="0">
                <a:latin typeface="Tahoma"/>
                <a:cs typeface="Tahoma"/>
              </a:rPr>
              <a:t>This</a:t>
            </a:r>
            <a:r>
              <a:rPr lang="en-US" spc="195" dirty="0">
                <a:latin typeface="Tahoma"/>
                <a:cs typeface="Tahoma"/>
              </a:rPr>
              <a:t> </a:t>
            </a:r>
            <a:r>
              <a:rPr lang="en-US" spc="150" dirty="0">
                <a:latin typeface="Tahoma"/>
                <a:cs typeface="Tahoma"/>
              </a:rPr>
              <a:t>includes</a:t>
            </a:r>
            <a:r>
              <a:rPr lang="en-US" spc="204" dirty="0">
                <a:latin typeface="Tahoma"/>
                <a:cs typeface="Tahoma"/>
              </a:rPr>
              <a:t> </a:t>
            </a:r>
            <a:r>
              <a:rPr lang="en-US" spc="170" dirty="0">
                <a:latin typeface="Tahoma"/>
                <a:cs typeface="Tahoma"/>
              </a:rPr>
              <a:t>weak</a:t>
            </a:r>
            <a:r>
              <a:rPr lang="en-US" spc="204" dirty="0">
                <a:latin typeface="Tahoma"/>
                <a:cs typeface="Tahoma"/>
              </a:rPr>
              <a:t> </a:t>
            </a:r>
            <a:r>
              <a:rPr lang="en-US" spc="175" dirty="0">
                <a:latin typeface="Tahoma"/>
                <a:cs typeface="Tahoma"/>
              </a:rPr>
              <a:t>encryption</a:t>
            </a:r>
            <a:r>
              <a:rPr lang="en-US" spc="210" dirty="0">
                <a:latin typeface="Tahoma"/>
                <a:cs typeface="Tahoma"/>
              </a:rPr>
              <a:t> </a:t>
            </a:r>
            <a:r>
              <a:rPr lang="en-US" spc="175" dirty="0">
                <a:latin typeface="Tahoma"/>
                <a:cs typeface="Tahoma"/>
              </a:rPr>
              <a:t>methods</a:t>
            </a:r>
            <a:r>
              <a:rPr lang="en-US" spc="204" dirty="0">
                <a:latin typeface="Tahoma"/>
                <a:cs typeface="Tahoma"/>
              </a:rPr>
              <a:t> </a:t>
            </a:r>
            <a:r>
              <a:rPr lang="en-US" spc="185" dirty="0">
                <a:latin typeface="Tahoma"/>
                <a:cs typeface="Tahoma"/>
              </a:rPr>
              <a:t>and</a:t>
            </a:r>
            <a:r>
              <a:rPr lang="en-US" spc="204" dirty="0">
                <a:latin typeface="Tahoma"/>
                <a:cs typeface="Tahoma"/>
              </a:rPr>
              <a:t> </a:t>
            </a:r>
            <a:r>
              <a:rPr lang="en-US" spc="160" dirty="0">
                <a:latin typeface="Tahoma"/>
                <a:cs typeface="Tahoma"/>
              </a:rPr>
              <a:t>unsecure </a:t>
            </a:r>
            <a:r>
              <a:rPr lang="en-US" spc="60" dirty="0">
                <a:latin typeface="Tahoma"/>
                <a:cs typeface="Tahoma"/>
              </a:rPr>
              <a:t>storage</a:t>
            </a:r>
            <a:r>
              <a:rPr lang="en-US" spc="-95" dirty="0">
                <a:latin typeface="Tahoma"/>
                <a:cs typeface="Tahoma"/>
              </a:rPr>
              <a:t> </a:t>
            </a:r>
            <a:r>
              <a:rPr lang="en-US" spc="60" dirty="0">
                <a:latin typeface="Tahoma"/>
                <a:cs typeface="Tahoma"/>
              </a:rPr>
              <a:t>of</a:t>
            </a:r>
            <a:r>
              <a:rPr lang="en-US" spc="-95" dirty="0">
                <a:latin typeface="Tahoma"/>
                <a:cs typeface="Tahoma"/>
              </a:rPr>
              <a:t> </a:t>
            </a:r>
            <a:r>
              <a:rPr lang="en-US" spc="60" dirty="0">
                <a:latin typeface="Tahoma"/>
                <a:cs typeface="Tahoma"/>
              </a:rPr>
              <a:t>passwords</a:t>
            </a:r>
            <a:r>
              <a:rPr lang="en-US" spc="-90" dirty="0">
                <a:latin typeface="Tahoma"/>
                <a:cs typeface="Tahoma"/>
              </a:rPr>
              <a:t> </a:t>
            </a:r>
            <a:r>
              <a:rPr lang="en-US" spc="60" dirty="0">
                <a:latin typeface="Tahoma"/>
                <a:cs typeface="Tahoma"/>
              </a:rPr>
              <a:t>on</a:t>
            </a:r>
            <a:r>
              <a:rPr lang="en-US" spc="-90" dirty="0">
                <a:latin typeface="Tahoma"/>
                <a:cs typeface="Tahoma"/>
              </a:rPr>
              <a:t> </a:t>
            </a:r>
            <a:r>
              <a:rPr lang="en-US" spc="55" dirty="0">
                <a:latin typeface="Tahoma"/>
                <a:cs typeface="Tahoma"/>
              </a:rPr>
              <a:t>computer</a:t>
            </a:r>
            <a:r>
              <a:rPr lang="en-US" spc="-95" dirty="0">
                <a:latin typeface="Tahoma"/>
                <a:cs typeface="Tahoma"/>
              </a:rPr>
              <a:t> </a:t>
            </a:r>
            <a:r>
              <a:rPr lang="en-US" spc="10" dirty="0">
                <a:latin typeface="Tahoma"/>
                <a:cs typeface="Tahoma"/>
              </a:rPr>
              <a:t>systems.</a:t>
            </a:r>
            <a:endParaRPr lang="en-US" dirty="0">
              <a:latin typeface="Tahoma"/>
              <a:cs typeface="Tahoma"/>
            </a:endParaRPr>
          </a:p>
          <a:p>
            <a:pPr marL="287020" indent="-274320">
              <a:lnSpc>
                <a:spcPts val="2635"/>
              </a:lnSpc>
              <a:buClr>
                <a:srgbClr val="0AD0D9"/>
              </a:buClr>
              <a:buSzPct val="95454"/>
              <a:buFont typeface="Wingdings"/>
              <a:buChar char=""/>
              <a:tabLst>
                <a:tab pos="287020" algn="l"/>
              </a:tabLst>
            </a:pPr>
            <a:r>
              <a:rPr lang="en-US" spc="25" dirty="0">
                <a:latin typeface="Tahoma"/>
                <a:cs typeface="Tahoma"/>
              </a:rPr>
              <a:t>The</a:t>
            </a:r>
            <a:r>
              <a:rPr lang="en-US" spc="-95" dirty="0">
                <a:latin typeface="Tahoma"/>
                <a:cs typeface="Tahoma"/>
              </a:rPr>
              <a:t> </a:t>
            </a:r>
            <a:r>
              <a:rPr lang="en-US" spc="35" dirty="0">
                <a:latin typeface="Tahoma"/>
                <a:cs typeface="Tahoma"/>
              </a:rPr>
              <a:t>technical</a:t>
            </a:r>
            <a:r>
              <a:rPr lang="en-US" spc="-90" dirty="0">
                <a:latin typeface="Tahoma"/>
                <a:cs typeface="Tahoma"/>
              </a:rPr>
              <a:t> </a:t>
            </a:r>
            <a:r>
              <a:rPr lang="en-US" spc="10" dirty="0">
                <a:latin typeface="Tahoma"/>
                <a:cs typeface="Tahoma"/>
              </a:rPr>
              <a:t>vulnerabilities</a:t>
            </a:r>
            <a:r>
              <a:rPr lang="en-US" spc="-85" dirty="0">
                <a:latin typeface="Tahoma"/>
                <a:cs typeface="Tahoma"/>
              </a:rPr>
              <a:t> </a:t>
            </a:r>
            <a:r>
              <a:rPr lang="en-US" spc="60" dirty="0">
                <a:latin typeface="Tahoma"/>
                <a:cs typeface="Tahoma"/>
              </a:rPr>
              <a:t>occurs</a:t>
            </a:r>
            <a:r>
              <a:rPr lang="en-US" spc="-85" dirty="0">
                <a:latin typeface="Tahoma"/>
                <a:cs typeface="Tahoma"/>
              </a:rPr>
              <a:t> </a:t>
            </a:r>
            <a:r>
              <a:rPr lang="en-US" spc="45" dirty="0">
                <a:latin typeface="Tahoma"/>
                <a:cs typeface="Tahoma"/>
              </a:rPr>
              <a:t>due</a:t>
            </a:r>
            <a:r>
              <a:rPr lang="en-US" spc="-95" dirty="0">
                <a:latin typeface="Tahoma"/>
                <a:cs typeface="Tahoma"/>
              </a:rPr>
              <a:t> </a:t>
            </a:r>
            <a:r>
              <a:rPr lang="en-US" spc="25" dirty="0">
                <a:latin typeface="Tahoma"/>
                <a:cs typeface="Tahoma"/>
              </a:rPr>
              <a:t>to</a:t>
            </a:r>
            <a:endParaRPr lang="en-US" dirty="0">
              <a:latin typeface="Tahoma"/>
              <a:cs typeface="Tahoma"/>
            </a:endParaRPr>
          </a:p>
          <a:p>
            <a:pPr marL="527050" indent="-514350">
              <a:lnSpc>
                <a:spcPts val="2635"/>
              </a:lnSpc>
              <a:buClr>
                <a:srgbClr val="0AD0D9"/>
              </a:buClr>
              <a:buSzPct val="95454"/>
              <a:buAutoNum type="alphaLcParenR"/>
              <a:tabLst>
                <a:tab pos="526415" algn="l"/>
                <a:tab pos="527050" algn="l"/>
              </a:tabLst>
            </a:pPr>
            <a:r>
              <a:rPr lang="en-US" spc="100" dirty="0">
                <a:latin typeface="Tahoma"/>
                <a:cs typeface="Tahoma"/>
              </a:rPr>
              <a:t>Weak</a:t>
            </a:r>
            <a:r>
              <a:rPr lang="en-US" spc="-105" dirty="0">
                <a:latin typeface="Tahoma"/>
                <a:cs typeface="Tahoma"/>
              </a:rPr>
              <a:t> </a:t>
            </a:r>
            <a:r>
              <a:rPr lang="en-US" spc="65" dirty="0">
                <a:latin typeface="Tahoma"/>
                <a:cs typeface="Tahoma"/>
              </a:rPr>
              <a:t>password</a:t>
            </a:r>
            <a:r>
              <a:rPr lang="en-US" spc="-105" dirty="0">
                <a:latin typeface="Tahoma"/>
                <a:cs typeface="Tahoma"/>
              </a:rPr>
              <a:t> </a:t>
            </a:r>
            <a:r>
              <a:rPr lang="en-US" spc="45" dirty="0">
                <a:latin typeface="Tahoma"/>
                <a:cs typeface="Tahoma"/>
              </a:rPr>
              <a:t>encryption</a:t>
            </a:r>
            <a:r>
              <a:rPr lang="en-US" spc="-100" dirty="0">
                <a:latin typeface="Tahoma"/>
                <a:cs typeface="Tahoma"/>
              </a:rPr>
              <a:t> </a:t>
            </a:r>
            <a:r>
              <a:rPr lang="en-US" spc="10" dirty="0">
                <a:latin typeface="Tahoma"/>
                <a:cs typeface="Tahoma"/>
              </a:rPr>
              <a:t>schemes.</a:t>
            </a:r>
            <a:endParaRPr lang="en-US" dirty="0">
              <a:latin typeface="Tahoma"/>
              <a:cs typeface="Tahoma"/>
            </a:endParaRPr>
          </a:p>
          <a:p>
            <a:pPr marL="527050" marR="14604" indent="-514350" algn="just">
              <a:lnSpc>
                <a:spcPct val="79900"/>
              </a:lnSpc>
              <a:spcBef>
                <a:spcPts val="530"/>
              </a:spcBef>
              <a:buClr>
                <a:srgbClr val="0AD0D9"/>
              </a:buClr>
              <a:buSzPct val="95454"/>
              <a:buAutoNum type="alphaLcParenR"/>
              <a:tabLst>
                <a:tab pos="527050" algn="l"/>
              </a:tabLst>
            </a:pPr>
            <a:r>
              <a:rPr lang="en-US" spc="85" dirty="0">
                <a:latin typeface="Tahoma"/>
                <a:cs typeface="Tahoma"/>
              </a:rPr>
              <a:t>Programs</a:t>
            </a:r>
            <a:r>
              <a:rPr lang="en-US" spc="-90" dirty="0">
                <a:latin typeface="Tahoma"/>
                <a:cs typeface="Tahoma"/>
              </a:rPr>
              <a:t> </a:t>
            </a:r>
            <a:r>
              <a:rPr lang="en-US" spc="15" dirty="0">
                <a:latin typeface="Tahoma"/>
                <a:cs typeface="Tahoma"/>
              </a:rPr>
              <a:t>that</a:t>
            </a:r>
            <a:r>
              <a:rPr lang="en-US" spc="-90" dirty="0">
                <a:latin typeface="Tahoma"/>
                <a:cs typeface="Tahoma"/>
              </a:rPr>
              <a:t> </a:t>
            </a:r>
            <a:r>
              <a:rPr lang="en-US" spc="30" dirty="0">
                <a:latin typeface="Tahoma"/>
                <a:cs typeface="Tahoma"/>
              </a:rPr>
              <a:t>store</a:t>
            </a:r>
            <a:r>
              <a:rPr lang="en-US" spc="-90" dirty="0">
                <a:latin typeface="Tahoma"/>
                <a:cs typeface="Tahoma"/>
              </a:rPr>
              <a:t> </a:t>
            </a:r>
            <a:r>
              <a:rPr lang="en-US" spc="-10" dirty="0">
                <a:latin typeface="Tahoma"/>
                <a:cs typeface="Tahoma"/>
              </a:rPr>
              <a:t>their</a:t>
            </a:r>
            <a:r>
              <a:rPr lang="en-US" spc="-90" dirty="0">
                <a:latin typeface="Tahoma"/>
                <a:cs typeface="Tahoma"/>
              </a:rPr>
              <a:t> </a:t>
            </a:r>
            <a:r>
              <a:rPr lang="en-US" spc="60" dirty="0">
                <a:latin typeface="Tahoma"/>
                <a:cs typeface="Tahoma"/>
              </a:rPr>
              <a:t>passwords</a:t>
            </a:r>
            <a:r>
              <a:rPr lang="en-US" spc="-85" dirty="0">
                <a:latin typeface="Tahoma"/>
                <a:cs typeface="Tahoma"/>
              </a:rPr>
              <a:t> </a:t>
            </a:r>
            <a:r>
              <a:rPr lang="en-US" spc="-15" dirty="0">
                <a:latin typeface="Tahoma"/>
                <a:cs typeface="Tahoma"/>
              </a:rPr>
              <a:t>in</a:t>
            </a:r>
            <a:r>
              <a:rPr lang="en-US" spc="-85" dirty="0">
                <a:latin typeface="Tahoma"/>
                <a:cs typeface="Tahoma"/>
              </a:rPr>
              <a:t> </a:t>
            </a:r>
            <a:r>
              <a:rPr lang="en-US" spc="40" dirty="0">
                <a:latin typeface="Tahoma"/>
                <a:cs typeface="Tahoma"/>
              </a:rPr>
              <a:t>memory,</a:t>
            </a:r>
            <a:r>
              <a:rPr lang="en-US" spc="-90" dirty="0">
                <a:latin typeface="Tahoma"/>
                <a:cs typeface="Tahoma"/>
              </a:rPr>
              <a:t> </a:t>
            </a:r>
            <a:r>
              <a:rPr lang="en-US" spc="40" dirty="0">
                <a:latin typeface="Tahoma"/>
                <a:cs typeface="Tahoma"/>
              </a:rPr>
              <a:t>unsecured </a:t>
            </a:r>
            <a:r>
              <a:rPr lang="en-US" spc="-675" dirty="0">
                <a:latin typeface="Tahoma"/>
                <a:cs typeface="Tahoma"/>
              </a:rPr>
              <a:t> </a:t>
            </a:r>
            <a:r>
              <a:rPr lang="en-US" spc="-45" dirty="0">
                <a:latin typeface="Tahoma"/>
                <a:cs typeface="Tahoma"/>
              </a:rPr>
              <a:t>files,</a:t>
            </a:r>
            <a:r>
              <a:rPr lang="en-US" spc="-95" dirty="0">
                <a:latin typeface="Tahoma"/>
                <a:cs typeface="Tahoma"/>
              </a:rPr>
              <a:t> </a:t>
            </a:r>
            <a:r>
              <a:rPr lang="en-US" spc="90" dirty="0">
                <a:latin typeface="Tahoma"/>
                <a:cs typeface="Tahoma"/>
              </a:rPr>
              <a:t>and</a:t>
            </a:r>
            <a:r>
              <a:rPr lang="en-US" spc="-90" dirty="0">
                <a:latin typeface="Tahoma"/>
                <a:cs typeface="Tahoma"/>
              </a:rPr>
              <a:t> </a:t>
            </a:r>
            <a:r>
              <a:rPr lang="en-US" spc="45" dirty="0">
                <a:latin typeface="Tahoma"/>
                <a:cs typeface="Tahoma"/>
              </a:rPr>
              <a:t>easily</a:t>
            </a:r>
            <a:r>
              <a:rPr lang="en-US" spc="-95" dirty="0">
                <a:latin typeface="Tahoma"/>
                <a:cs typeface="Tahoma"/>
              </a:rPr>
              <a:t> </a:t>
            </a:r>
            <a:r>
              <a:rPr lang="en-US" spc="75" dirty="0">
                <a:latin typeface="Tahoma"/>
                <a:cs typeface="Tahoma"/>
              </a:rPr>
              <a:t>accessed</a:t>
            </a:r>
            <a:r>
              <a:rPr lang="en-US" spc="-90" dirty="0">
                <a:latin typeface="Tahoma"/>
                <a:cs typeface="Tahoma"/>
              </a:rPr>
              <a:t> </a:t>
            </a:r>
            <a:r>
              <a:rPr lang="en-US" spc="35" dirty="0">
                <a:latin typeface="Tahoma"/>
                <a:cs typeface="Tahoma"/>
              </a:rPr>
              <a:t>databases.</a:t>
            </a:r>
            <a:endParaRPr lang="en-US" dirty="0">
              <a:latin typeface="Tahoma"/>
              <a:cs typeface="Tahoma"/>
            </a:endParaRPr>
          </a:p>
          <a:p>
            <a:pPr marL="527050" marR="5080" indent="-514350" algn="just">
              <a:lnSpc>
                <a:spcPct val="79900"/>
              </a:lnSpc>
              <a:spcBef>
                <a:spcPts val="525"/>
              </a:spcBef>
              <a:buClr>
                <a:srgbClr val="0AD0D9"/>
              </a:buClr>
              <a:buSzPct val="95454"/>
              <a:buAutoNum type="alphaLcParenR"/>
              <a:tabLst>
                <a:tab pos="527050" algn="l"/>
              </a:tabLst>
            </a:pPr>
            <a:r>
              <a:rPr lang="en-US" spc="175" dirty="0">
                <a:latin typeface="Tahoma"/>
                <a:cs typeface="Tahoma"/>
              </a:rPr>
              <a:t>Unencrypted </a:t>
            </a:r>
            <a:r>
              <a:rPr lang="en-US" spc="190" dirty="0">
                <a:latin typeface="Tahoma"/>
                <a:cs typeface="Tahoma"/>
              </a:rPr>
              <a:t>databases </a:t>
            </a:r>
            <a:r>
              <a:rPr lang="en-US" spc="110" dirty="0">
                <a:latin typeface="Tahoma"/>
                <a:cs typeface="Tahoma"/>
              </a:rPr>
              <a:t>that </a:t>
            </a:r>
            <a:r>
              <a:rPr lang="en-US" spc="155" dirty="0">
                <a:latin typeface="Tahoma"/>
                <a:cs typeface="Tahoma"/>
              </a:rPr>
              <a:t>provide </a:t>
            </a:r>
            <a:r>
              <a:rPr lang="en-US" spc="135" dirty="0">
                <a:latin typeface="Tahoma"/>
                <a:cs typeface="Tahoma"/>
              </a:rPr>
              <a:t>direct </a:t>
            </a:r>
            <a:r>
              <a:rPr lang="en-US" spc="190" dirty="0">
                <a:latin typeface="Tahoma"/>
                <a:cs typeface="Tahoma"/>
              </a:rPr>
              <a:t>access </a:t>
            </a:r>
            <a:r>
              <a:rPr lang="en-US" spc="90" dirty="0">
                <a:latin typeface="Tahoma"/>
                <a:cs typeface="Tahoma"/>
              </a:rPr>
              <a:t>to </a:t>
            </a:r>
            <a:r>
              <a:rPr lang="en-US" spc="-675" dirty="0">
                <a:latin typeface="Tahoma"/>
                <a:cs typeface="Tahoma"/>
              </a:rPr>
              <a:t> </a:t>
            </a:r>
            <a:r>
              <a:rPr lang="en-US" spc="100" dirty="0">
                <a:latin typeface="Tahoma"/>
                <a:cs typeface="Tahoma"/>
              </a:rPr>
              <a:t>sensitive </a:t>
            </a:r>
            <a:r>
              <a:rPr lang="en-US" spc="135" dirty="0">
                <a:latin typeface="Tahoma"/>
                <a:cs typeface="Tahoma"/>
              </a:rPr>
              <a:t>information </a:t>
            </a:r>
            <a:r>
              <a:rPr lang="en-US" spc="80" dirty="0">
                <a:latin typeface="Tahoma"/>
                <a:cs typeface="Tahoma"/>
              </a:rPr>
              <a:t>to </a:t>
            </a:r>
            <a:r>
              <a:rPr lang="en-US" spc="165" dirty="0">
                <a:latin typeface="Tahoma"/>
                <a:cs typeface="Tahoma"/>
              </a:rPr>
              <a:t>anyone </a:t>
            </a:r>
            <a:r>
              <a:rPr lang="en-US" spc="55" dirty="0">
                <a:latin typeface="Tahoma"/>
                <a:cs typeface="Tahoma"/>
              </a:rPr>
              <a:t>with </a:t>
            </a:r>
            <a:r>
              <a:rPr lang="en-US" spc="175" dirty="0">
                <a:latin typeface="Tahoma"/>
                <a:cs typeface="Tahoma"/>
              </a:rPr>
              <a:t>database </a:t>
            </a:r>
            <a:r>
              <a:rPr lang="en-US" spc="114" dirty="0">
                <a:latin typeface="Tahoma"/>
                <a:cs typeface="Tahoma"/>
              </a:rPr>
              <a:t>access, </a:t>
            </a:r>
            <a:r>
              <a:rPr lang="en-US" spc="-675" dirty="0">
                <a:latin typeface="Tahoma"/>
                <a:cs typeface="Tahoma"/>
              </a:rPr>
              <a:t> </a:t>
            </a:r>
            <a:r>
              <a:rPr lang="en-US" spc="50" dirty="0">
                <a:latin typeface="Tahoma"/>
                <a:cs typeface="Tahoma"/>
              </a:rPr>
              <a:t>regardless</a:t>
            </a:r>
            <a:r>
              <a:rPr lang="en-US" spc="-90" dirty="0">
                <a:latin typeface="Tahoma"/>
                <a:cs typeface="Tahoma"/>
              </a:rPr>
              <a:t> </a:t>
            </a:r>
            <a:r>
              <a:rPr lang="en-US" spc="60" dirty="0">
                <a:latin typeface="Tahoma"/>
                <a:cs typeface="Tahoma"/>
              </a:rPr>
              <a:t>of</a:t>
            </a:r>
            <a:r>
              <a:rPr lang="en-US" spc="-90" dirty="0">
                <a:latin typeface="Tahoma"/>
                <a:cs typeface="Tahoma"/>
              </a:rPr>
              <a:t> </a:t>
            </a:r>
            <a:r>
              <a:rPr lang="en-US" spc="10" dirty="0">
                <a:latin typeface="Tahoma"/>
                <a:cs typeface="Tahoma"/>
              </a:rPr>
              <a:t>whether</a:t>
            </a:r>
            <a:r>
              <a:rPr lang="en-US" spc="-90" dirty="0">
                <a:latin typeface="Tahoma"/>
                <a:cs typeface="Tahoma"/>
              </a:rPr>
              <a:t> </a:t>
            </a:r>
            <a:r>
              <a:rPr lang="en-US" spc="35" dirty="0">
                <a:latin typeface="Tahoma"/>
                <a:cs typeface="Tahoma"/>
              </a:rPr>
              <a:t>they</a:t>
            </a:r>
            <a:r>
              <a:rPr lang="en-US" spc="-90" dirty="0">
                <a:latin typeface="Tahoma"/>
                <a:cs typeface="Tahoma"/>
              </a:rPr>
              <a:t> </a:t>
            </a:r>
            <a:r>
              <a:rPr lang="en-US" spc="60" dirty="0">
                <a:latin typeface="Tahoma"/>
                <a:cs typeface="Tahoma"/>
              </a:rPr>
              <a:t>have</a:t>
            </a:r>
            <a:r>
              <a:rPr lang="en-US" spc="-90" dirty="0">
                <a:latin typeface="Tahoma"/>
                <a:cs typeface="Tahoma"/>
              </a:rPr>
              <a:t> </a:t>
            </a:r>
            <a:r>
              <a:rPr lang="en-US" spc="150" dirty="0">
                <a:latin typeface="Tahoma"/>
                <a:cs typeface="Tahoma"/>
              </a:rPr>
              <a:t>a</a:t>
            </a:r>
            <a:r>
              <a:rPr lang="en-US" spc="-90" dirty="0">
                <a:latin typeface="Tahoma"/>
                <a:cs typeface="Tahoma"/>
              </a:rPr>
              <a:t> </a:t>
            </a:r>
            <a:r>
              <a:rPr lang="en-US" spc="25" dirty="0">
                <a:latin typeface="Tahoma"/>
                <a:cs typeface="Tahoma"/>
              </a:rPr>
              <a:t>business</a:t>
            </a:r>
            <a:r>
              <a:rPr lang="en-US" spc="-85" dirty="0">
                <a:latin typeface="Tahoma"/>
                <a:cs typeface="Tahoma"/>
              </a:rPr>
              <a:t> </a:t>
            </a:r>
            <a:r>
              <a:rPr lang="en-US" spc="50" dirty="0">
                <a:latin typeface="Tahoma"/>
                <a:cs typeface="Tahoma"/>
              </a:rPr>
              <a:t>need</a:t>
            </a:r>
            <a:r>
              <a:rPr lang="en-US" spc="-85" dirty="0">
                <a:latin typeface="Tahoma"/>
                <a:cs typeface="Tahoma"/>
              </a:rPr>
              <a:t> </a:t>
            </a:r>
            <a:r>
              <a:rPr lang="en-US" spc="25" dirty="0">
                <a:latin typeface="Tahoma"/>
                <a:cs typeface="Tahoma"/>
              </a:rPr>
              <a:t>to</a:t>
            </a:r>
            <a:r>
              <a:rPr lang="en-US" spc="-90" dirty="0">
                <a:latin typeface="Tahoma"/>
                <a:cs typeface="Tahoma"/>
              </a:rPr>
              <a:t> </a:t>
            </a:r>
            <a:r>
              <a:rPr lang="en-US" spc="-30" dirty="0">
                <a:latin typeface="Tahoma"/>
                <a:cs typeface="Tahoma"/>
              </a:rPr>
              <a:t>know.</a:t>
            </a:r>
            <a:endParaRPr lang="en-US" dirty="0">
              <a:latin typeface="Tahoma"/>
              <a:cs typeface="Tahoma"/>
            </a:endParaRPr>
          </a:p>
          <a:p>
            <a:pPr marL="286385" marR="5715" indent="-274320" algn="just">
              <a:lnSpc>
                <a:spcPct val="79900"/>
              </a:lnSpc>
              <a:spcBef>
                <a:spcPts val="525"/>
              </a:spcBef>
              <a:buClr>
                <a:srgbClr val="6BDBF9"/>
              </a:buClr>
              <a:buAutoNum type="alphaLcParenR"/>
              <a:tabLst>
                <a:tab pos="479425" algn="l"/>
              </a:tabLst>
            </a:pPr>
            <a:r>
              <a:rPr lang="en-US" spc="120" dirty="0">
                <a:latin typeface="Tahoma"/>
                <a:cs typeface="Tahoma"/>
              </a:rPr>
              <a:t>User</a:t>
            </a:r>
            <a:r>
              <a:rPr lang="en-US" spc="75" dirty="0">
                <a:latin typeface="Tahoma"/>
                <a:cs typeface="Tahoma"/>
              </a:rPr>
              <a:t> </a:t>
            </a:r>
            <a:r>
              <a:rPr lang="en-US" spc="130" dirty="0">
                <a:latin typeface="Tahoma"/>
                <a:cs typeface="Tahoma"/>
              </a:rPr>
              <a:t>applications</a:t>
            </a:r>
            <a:r>
              <a:rPr lang="en-US" spc="90" dirty="0">
                <a:latin typeface="Tahoma"/>
                <a:cs typeface="Tahoma"/>
              </a:rPr>
              <a:t> </a:t>
            </a:r>
            <a:r>
              <a:rPr lang="en-US" spc="85" dirty="0">
                <a:latin typeface="Tahoma"/>
                <a:cs typeface="Tahoma"/>
              </a:rPr>
              <a:t>that </a:t>
            </a:r>
            <a:r>
              <a:rPr lang="en-US" spc="135" dirty="0">
                <a:latin typeface="Tahoma"/>
                <a:cs typeface="Tahoma"/>
              </a:rPr>
              <a:t>display</a:t>
            </a:r>
            <a:r>
              <a:rPr lang="en-US" spc="85" dirty="0">
                <a:latin typeface="Tahoma"/>
                <a:cs typeface="Tahoma"/>
              </a:rPr>
              <a:t> </a:t>
            </a:r>
            <a:r>
              <a:rPr lang="en-US" spc="140" dirty="0">
                <a:latin typeface="Tahoma"/>
                <a:cs typeface="Tahoma"/>
              </a:rPr>
              <a:t>passwords</a:t>
            </a:r>
            <a:r>
              <a:rPr lang="en-US" spc="90" dirty="0">
                <a:latin typeface="Tahoma"/>
                <a:cs typeface="Tahoma"/>
              </a:rPr>
              <a:t> </a:t>
            </a:r>
            <a:r>
              <a:rPr lang="en-US" spc="105" dirty="0">
                <a:latin typeface="Tahoma"/>
                <a:cs typeface="Tahoma"/>
              </a:rPr>
              <a:t>on</a:t>
            </a:r>
            <a:r>
              <a:rPr lang="en-US" spc="90" dirty="0">
                <a:latin typeface="Tahoma"/>
                <a:cs typeface="Tahoma"/>
              </a:rPr>
              <a:t> </a:t>
            </a:r>
            <a:r>
              <a:rPr lang="en-US" spc="60" dirty="0">
                <a:latin typeface="Tahoma"/>
                <a:cs typeface="Tahoma"/>
              </a:rPr>
              <a:t>the</a:t>
            </a:r>
            <a:r>
              <a:rPr lang="en-US" spc="90" dirty="0">
                <a:latin typeface="Tahoma"/>
                <a:cs typeface="Tahoma"/>
              </a:rPr>
              <a:t> </a:t>
            </a:r>
            <a:r>
              <a:rPr lang="en-US" spc="120" dirty="0">
                <a:latin typeface="Tahoma"/>
                <a:cs typeface="Tahoma"/>
              </a:rPr>
              <a:t>screen </a:t>
            </a:r>
            <a:r>
              <a:rPr lang="en-US" spc="-675" dirty="0">
                <a:latin typeface="Tahoma"/>
                <a:cs typeface="Tahoma"/>
              </a:rPr>
              <a:t> </a:t>
            </a:r>
            <a:r>
              <a:rPr lang="en-US" spc="-5" dirty="0">
                <a:latin typeface="Tahoma"/>
                <a:cs typeface="Tahoma"/>
              </a:rPr>
              <a:t>while</a:t>
            </a:r>
            <a:r>
              <a:rPr lang="en-US" spc="-100" dirty="0">
                <a:latin typeface="Tahoma"/>
                <a:cs typeface="Tahoma"/>
              </a:rPr>
              <a:t> </a:t>
            </a:r>
            <a:r>
              <a:rPr lang="en-US" dirty="0">
                <a:latin typeface="Tahoma"/>
                <a:cs typeface="Tahoma"/>
              </a:rPr>
              <a:t>the</a:t>
            </a:r>
            <a:r>
              <a:rPr lang="en-US" spc="-95" dirty="0">
                <a:latin typeface="Tahoma"/>
                <a:cs typeface="Tahoma"/>
              </a:rPr>
              <a:t> </a:t>
            </a:r>
            <a:r>
              <a:rPr lang="en-US" spc="25" dirty="0">
                <a:latin typeface="Tahoma"/>
                <a:cs typeface="Tahoma"/>
              </a:rPr>
              <a:t>user</a:t>
            </a:r>
            <a:r>
              <a:rPr lang="en-US" spc="-95" dirty="0">
                <a:latin typeface="Tahoma"/>
                <a:cs typeface="Tahoma"/>
              </a:rPr>
              <a:t> </a:t>
            </a:r>
            <a:r>
              <a:rPr lang="en-US" spc="-10" dirty="0">
                <a:latin typeface="Tahoma"/>
                <a:cs typeface="Tahoma"/>
              </a:rPr>
              <a:t>is</a:t>
            </a:r>
            <a:r>
              <a:rPr lang="en-US" spc="-90" dirty="0">
                <a:latin typeface="Tahoma"/>
                <a:cs typeface="Tahoma"/>
              </a:rPr>
              <a:t> </a:t>
            </a:r>
            <a:r>
              <a:rPr lang="en-US" spc="-5" dirty="0">
                <a:latin typeface="Tahoma"/>
                <a:cs typeface="Tahoma"/>
              </a:rPr>
              <a:t>typing.</a:t>
            </a:r>
            <a:endParaRPr lang="en-US" dirty="0">
              <a:latin typeface="Tahoma"/>
              <a:cs typeface="Tahoma"/>
            </a:endParaRPr>
          </a:p>
          <a:p>
            <a:endParaRPr lang="en-US" dirty="0"/>
          </a:p>
        </p:txBody>
      </p:sp>
    </p:spTree>
    <p:extLst>
      <p:ext uri="{BB962C8B-B14F-4D97-AF65-F5344CB8AC3E}">
        <p14:creationId xmlns:p14="http://schemas.microsoft.com/office/powerpoint/2010/main" val="2201616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744C0-E7D0-1E1F-D9C2-E0C940F98CDE}"/>
              </a:ext>
            </a:extLst>
          </p:cNvPr>
          <p:cNvSpPr>
            <a:spLocks noGrp="1"/>
          </p:cNvSpPr>
          <p:nvPr>
            <p:ph type="title"/>
          </p:nvPr>
        </p:nvSpPr>
        <p:spPr/>
        <p:txBody>
          <a:bodyPr/>
          <a:lstStyle/>
          <a:p>
            <a:r>
              <a:rPr lang="en-US" spc="150" dirty="0">
                <a:latin typeface="Tahoma"/>
                <a:cs typeface="Tahoma"/>
              </a:rPr>
              <a:t>Password Encryption</a:t>
            </a:r>
            <a:endParaRPr lang="en-US" dirty="0"/>
          </a:p>
        </p:txBody>
      </p:sp>
      <p:sp>
        <p:nvSpPr>
          <p:cNvPr id="3" name="Content Placeholder 2">
            <a:extLst>
              <a:ext uri="{FF2B5EF4-FFF2-40B4-BE49-F238E27FC236}">
                <a16:creationId xmlns:a16="http://schemas.microsoft.com/office/drawing/2014/main" id="{1BA70CE6-4855-D2E1-A181-A1910028CE43}"/>
              </a:ext>
            </a:extLst>
          </p:cNvPr>
          <p:cNvSpPr>
            <a:spLocks noGrp="1"/>
          </p:cNvSpPr>
          <p:nvPr>
            <p:ph idx="1"/>
          </p:nvPr>
        </p:nvSpPr>
        <p:spPr/>
        <p:txBody>
          <a:bodyPr>
            <a:noAutofit/>
          </a:bodyPr>
          <a:lstStyle/>
          <a:p>
            <a:pPr marL="286385" marR="5080" indent="-274320">
              <a:lnSpc>
                <a:spcPct val="80000"/>
              </a:lnSpc>
              <a:spcBef>
                <a:spcPts val="605"/>
              </a:spcBef>
              <a:tabLst>
                <a:tab pos="1640839" algn="l"/>
              </a:tabLst>
            </a:pPr>
            <a:r>
              <a:rPr lang="en-US" sz="2400" spc="150" dirty="0">
                <a:latin typeface="Tahoma" panose="020B0604030504040204" pitchFamily="34" charset="0"/>
                <a:ea typeface="Tahoma" panose="020B0604030504040204" pitchFamily="34" charset="0"/>
                <a:cs typeface="Tahoma" panose="020B0604030504040204" pitchFamily="34" charset="0"/>
              </a:rPr>
              <a:t>Encryption </a:t>
            </a:r>
            <a:r>
              <a:rPr lang="en-US" sz="2400" spc="170" dirty="0">
                <a:latin typeface="Tahoma" panose="020B0604030504040204" pitchFamily="34" charset="0"/>
                <a:ea typeface="Tahoma" panose="020B0604030504040204" pitchFamily="34" charset="0"/>
                <a:cs typeface="Tahoma" panose="020B0604030504040204" pitchFamily="34" charset="0"/>
              </a:rPr>
              <a:t>password</a:t>
            </a:r>
            <a:r>
              <a:rPr lang="en-US" sz="2400" spc="155" dirty="0">
                <a:latin typeface="Tahoma" panose="020B0604030504040204" pitchFamily="34" charset="0"/>
                <a:ea typeface="Tahoma" panose="020B0604030504040204" pitchFamily="34" charset="0"/>
                <a:cs typeface="Tahoma" panose="020B0604030504040204" pitchFamily="34" charset="0"/>
              </a:rPr>
              <a:t> </a:t>
            </a:r>
            <a:r>
              <a:rPr lang="en-US" sz="2400" spc="55" dirty="0">
                <a:latin typeface="Tahoma" panose="020B0604030504040204" pitchFamily="34" charset="0"/>
                <a:ea typeface="Tahoma" panose="020B0604030504040204" pitchFamily="34" charset="0"/>
                <a:cs typeface="Tahoma" panose="020B0604030504040204" pitchFamily="34" charset="0"/>
              </a:rPr>
              <a:t>is</a:t>
            </a:r>
            <a:r>
              <a:rPr lang="en-US" sz="2400" spc="155" dirty="0">
                <a:latin typeface="Tahoma" panose="020B0604030504040204" pitchFamily="34" charset="0"/>
                <a:ea typeface="Tahoma" panose="020B0604030504040204" pitchFamily="34" charset="0"/>
                <a:cs typeface="Tahoma" panose="020B0604030504040204" pitchFamily="34" charset="0"/>
              </a:rPr>
              <a:t> </a:t>
            </a:r>
            <a:r>
              <a:rPr lang="en-US" sz="2400" spc="135" dirty="0">
                <a:latin typeface="Tahoma" panose="020B0604030504040204" pitchFamily="34" charset="0"/>
                <a:ea typeface="Tahoma" panose="020B0604030504040204" pitchFamily="34" charset="0"/>
                <a:cs typeface="Tahoma" panose="020B0604030504040204" pitchFamily="34" charset="0"/>
              </a:rPr>
              <a:t>one</a:t>
            </a:r>
            <a:r>
              <a:rPr lang="en-US" sz="2400" spc="160" dirty="0">
                <a:latin typeface="Tahoma" panose="020B0604030504040204" pitchFamily="34" charset="0"/>
                <a:ea typeface="Tahoma" panose="020B0604030504040204" pitchFamily="34" charset="0"/>
                <a:cs typeface="Tahoma" panose="020B0604030504040204" pitchFamily="34" charset="0"/>
              </a:rPr>
              <a:t> </a:t>
            </a:r>
            <a:r>
              <a:rPr lang="en-US" sz="2400" spc="204" dirty="0">
                <a:latin typeface="Tahoma" panose="020B0604030504040204" pitchFamily="34" charset="0"/>
                <a:ea typeface="Tahoma" panose="020B0604030504040204" pitchFamily="34" charset="0"/>
                <a:cs typeface="Tahoma" panose="020B0604030504040204" pitchFamily="34" charset="0"/>
              </a:rPr>
              <a:t>common</a:t>
            </a:r>
            <a:r>
              <a:rPr lang="en-US" sz="2400" spc="155" dirty="0">
                <a:latin typeface="Tahoma" panose="020B0604030504040204" pitchFamily="34" charset="0"/>
                <a:ea typeface="Tahoma" panose="020B0604030504040204" pitchFamily="34" charset="0"/>
                <a:cs typeface="Tahoma" panose="020B0604030504040204" pitchFamily="34" charset="0"/>
              </a:rPr>
              <a:t> method</a:t>
            </a:r>
            <a:r>
              <a:rPr lang="en-US" sz="2400" spc="160" dirty="0">
                <a:latin typeface="Tahoma" panose="020B0604030504040204" pitchFamily="34" charset="0"/>
                <a:ea typeface="Tahoma" panose="020B0604030504040204" pitchFamily="34" charset="0"/>
                <a:cs typeface="Tahoma" panose="020B0604030504040204" pitchFamily="34" charset="0"/>
              </a:rPr>
              <a:t> </a:t>
            </a:r>
            <a:r>
              <a:rPr lang="en-US" sz="2400" spc="120" dirty="0">
                <a:latin typeface="Tahoma" panose="020B0604030504040204" pitchFamily="34" charset="0"/>
                <a:ea typeface="Tahoma" panose="020B0604030504040204" pitchFamily="34" charset="0"/>
                <a:cs typeface="Tahoma" panose="020B0604030504040204" pitchFamily="34" charset="0"/>
              </a:rPr>
              <a:t>of</a:t>
            </a:r>
            <a:r>
              <a:rPr lang="en-US" sz="2400" spc="155" dirty="0">
                <a:latin typeface="Tahoma" panose="020B0604030504040204" pitchFamily="34" charset="0"/>
                <a:ea typeface="Tahoma" panose="020B0604030504040204" pitchFamily="34" charset="0"/>
                <a:cs typeface="Tahoma" panose="020B0604030504040204" pitchFamily="34" charset="0"/>
              </a:rPr>
              <a:t> </a:t>
            </a:r>
            <a:r>
              <a:rPr lang="en-US" sz="2400" spc="145" dirty="0">
                <a:latin typeface="Tahoma" panose="020B0604030504040204" pitchFamily="34" charset="0"/>
                <a:ea typeface="Tahoma" panose="020B0604030504040204" pitchFamily="34" charset="0"/>
                <a:cs typeface="Tahoma" panose="020B0604030504040204" pitchFamily="34" charset="0"/>
              </a:rPr>
              <a:t>protecting </a:t>
            </a:r>
            <a:r>
              <a:rPr lang="en-US" sz="2400" spc="-640" dirty="0">
                <a:latin typeface="Tahoma" panose="020B0604030504040204" pitchFamily="34" charset="0"/>
                <a:ea typeface="Tahoma" panose="020B0604030504040204" pitchFamily="34" charset="0"/>
                <a:cs typeface="Tahoma" panose="020B0604030504040204" pitchFamily="34" charset="0"/>
              </a:rPr>
              <a:t> </a:t>
            </a:r>
            <a:r>
              <a:rPr lang="en-US" sz="2400" spc="35" dirty="0">
                <a:latin typeface="Tahoma" panose="020B0604030504040204" pitchFamily="34" charset="0"/>
                <a:ea typeface="Tahoma" panose="020B0604030504040204" pitchFamily="34" charset="0"/>
                <a:cs typeface="Tahoma" panose="020B0604030504040204" pitchFamily="34" charset="0"/>
              </a:rPr>
              <a:t>information</a:t>
            </a:r>
            <a:r>
              <a:rPr lang="en-US" sz="2400" spc="-100" dirty="0">
                <a:latin typeface="Tahoma" panose="020B0604030504040204" pitchFamily="34" charset="0"/>
                <a:ea typeface="Tahoma" panose="020B0604030504040204" pitchFamily="34" charset="0"/>
                <a:cs typeface="Tahoma" panose="020B0604030504040204" pitchFamily="34" charset="0"/>
              </a:rPr>
              <a:t> </a:t>
            </a:r>
            <a:r>
              <a:rPr lang="en-US" sz="2400" spc="30" dirty="0">
                <a:latin typeface="Tahoma" panose="020B0604030504040204" pitchFamily="34" charset="0"/>
                <a:ea typeface="Tahoma" panose="020B0604030504040204" pitchFamily="34" charset="0"/>
                <a:cs typeface="Tahoma" panose="020B0604030504040204" pitchFamily="34" charset="0"/>
              </a:rPr>
              <a:t>transmitted</a:t>
            </a:r>
            <a:r>
              <a:rPr lang="en-US" sz="2400" spc="-95" dirty="0">
                <a:latin typeface="Tahoma" panose="020B0604030504040204" pitchFamily="34" charset="0"/>
                <a:ea typeface="Tahoma" panose="020B0604030504040204" pitchFamily="34" charset="0"/>
                <a:cs typeface="Tahoma" panose="020B0604030504040204" pitchFamily="34" charset="0"/>
              </a:rPr>
              <a:t> </a:t>
            </a:r>
            <a:r>
              <a:rPr lang="en-US" sz="2400" spc="45" dirty="0">
                <a:latin typeface="Tahoma" panose="020B0604030504040204" pitchFamily="34" charset="0"/>
                <a:ea typeface="Tahoma" panose="020B0604030504040204" pitchFamily="34" charset="0"/>
                <a:cs typeface="Tahoma" panose="020B0604030504040204" pitchFamily="34" charset="0"/>
              </a:rPr>
              <a:t>over</a:t>
            </a:r>
            <a:r>
              <a:rPr lang="en-US" sz="2400" spc="-90" dirty="0">
                <a:latin typeface="Tahoma" panose="020B0604030504040204" pitchFamily="34" charset="0"/>
                <a:ea typeface="Tahoma" panose="020B0604030504040204" pitchFamily="34" charset="0"/>
                <a:cs typeface="Tahoma" panose="020B0604030504040204" pitchFamily="34" charset="0"/>
              </a:rPr>
              <a:t> </a:t>
            </a:r>
            <a:r>
              <a:rPr lang="en-US" sz="2400" spc="25" dirty="0">
                <a:latin typeface="Tahoma" panose="020B0604030504040204" pitchFamily="34" charset="0"/>
                <a:ea typeface="Tahoma" panose="020B0604030504040204" pitchFamily="34" charset="0"/>
                <a:cs typeface="Tahoma" panose="020B0604030504040204" pitchFamily="34" charset="0"/>
              </a:rPr>
              <a:t>unreliable</a:t>
            </a:r>
            <a:r>
              <a:rPr lang="en-US" sz="2400" spc="-95" dirty="0">
                <a:latin typeface="Tahoma" panose="020B0604030504040204" pitchFamily="34" charset="0"/>
                <a:ea typeface="Tahoma" panose="020B0604030504040204" pitchFamily="34" charset="0"/>
                <a:cs typeface="Tahoma" panose="020B0604030504040204" pitchFamily="34" charset="0"/>
              </a:rPr>
              <a:t> </a:t>
            </a:r>
            <a:r>
              <a:rPr lang="en-US" sz="2400" spc="-45" dirty="0">
                <a:latin typeface="Tahoma" panose="020B0604030504040204" pitchFamily="34" charset="0"/>
                <a:ea typeface="Tahoma" panose="020B0604030504040204" pitchFamily="34" charset="0"/>
                <a:cs typeface="Tahoma" panose="020B0604030504040204" pitchFamily="34" charset="0"/>
              </a:rPr>
              <a:t>links.</a:t>
            </a:r>
            <a:endParaRPr lang="en-US" sz="2400" dirty="0">
              <a:latin typeface="Tahoma" panose="020B0604030504040204" pitchFamily="34" charset="0"/>
              <a:ea typeface="Tahoma" panose="020B0604030504040204" pitchFamily="34" charset="0"/>
              <a:cs typeface="Tahoma" panose="020B0604030504040204" pitchFamily="34" charset="0"/>
            </a:endParaRPr>
          </a:p>
          <a:p>
            <a:pPr marL="286385" marR="5080" indent="-274320">
              <a:lnSpc>
                <a:spcPct val="80000"/>
              </a:lnSpc>
              <a:spcBef>
                <a:spcPts val="500"/>
              </a:spcBef>
              <a:buFont typeface="Verdana"/>
              <a:buAutoNum type="arabicPeriod"/>
              <a:tabLst>
                <a:tab pos="318135" algn="l"/>
                <a:tab pos="318770" algn="l"/>
              </a:tabLst>
            </a:pPr>
            <a:r>
              <a:rPr lang="en-US" sz="2400" dirty="0">
                <a:latin typeface="Tahoma" panose="020B0604030504040204" pitchFamily="34" charset="0"/>
                <a:ea typeface="Tahoma" panose="020B0604030504040204" pitchFamily="34" charset="0"/>
                <a:cs typeface="Tahoma" panose="020B0604030504040204" pitchFamily="34" charset="0"/>
              </a:rPr>
              <a:t>	</a:t>
            </a:r>
            <a:r>
              <a:rPr lang="en-US" sz="2400" spc="65" dirty="0">
                <a:latin typeface="Tahoma" panose="020B0604030504040204" pitchFamily="34" charset="0"/>
                <a:ea typeface="Tahoma" panose="020B0604030504040204" pitchFamily="34" charset="0"/>
                <a:cs typeface="Tahoma" panose="020B0604030504040204" pitchFamily="34" charset="0"/>
              </a:rPr>
              <a:t>The</a:t>
            </a:r>
            <a:r>
              <a:rPr lang="en-US" sz="2400" spc="35" dirty="0">
                <a:latin typeface="Tahoma" panose="020B0604030504040204" pitchFamily="34" charset="0"/>
                <a:ea typeface="Tahoma" panose="020B0604030504040204" pitchFamily="34" charset="0"/>
                <a:cs typeface="Tahoma" panose="020B0604030504040204" pitchFamily="34" charset="0"/>
              </a:rPr>
              <a:t> </a:t>
            </a:r>
            <a:r>
              <a:rPr lang="en-US" sz="2400" spc="95" dirty="0">
                <a:latin typeface="Tahoma" panose="020B0604030504040204" pitchFamily="34" charset="0"/>
                <a:ea typeface="Tahoma" panose="020B0604030504040204" pitchFamily="34" charset="0"/>
                <a:cs typeface="Tahoma" panose="020B0604030504040204" pitchFamily="34" charset="0"/>
              </a:rPr>
              <a:t>information</a:t>
            </a:r>
            <a:r>
              <a:rPr lang="en-US" sz="2400" spc="35" dirty="0">
                <a:latin typeface="Tahoma" panose="020B0604030504040204" pitchFamily="34" charset="0"/>
                <a:ea typeface="Tahoma" panose="020B0604030504040204" pitchFamily="34" charset="0"/>
                <a:cs typeface="Tahoma" panose="020B0604030504040204" pitchFamily="34" charset="0"/>
              </a:rPr>
              <a:t> </a:t>
            </a:r>
            <a:r>
              <a:rPr lang="en-US" sz="2400" spc="40" dirty="0">
                <a:latin typeface="Tahoma" panose="020B0604030504040204" pitchFamily="34" charset="0"/>
                <a:ea typeface="Tahoma" panose="020B0604030504040204" pitchFamily="34" charset="0"/>
                <a:cs typeface="Tahoma" panose="020B0604030504040204" pitchFamily="34" charset="0"/>
              </a:rPr>
              <a:t>(text) </a:t>
            </a:r>
            <a:r>
              <a:rPr lang="en-US" sz="2400" spc="30" dirty="0">
                <a:latin typeface="Tahoma" panose="020B0604030504040204" pitchFamily="34" charset="0"/>
                <a:ea typeface="Tahoma" panose="020B0604030504040204" pitchFamily="34" charset="0"/>
                <a:cs typeface="Tahoma" panose="020B0604030504040204" pitchFamily="34" charset="0"/>
              </a:rPr>
              <a:t>is</a:t>
            </a:r>
            <a:r>
              <a:rPr lang="en-US" sz="2400" spc="45" dirty="0">
                <a:latin typeface="Tahoma" panose="020B0604030504040204" pitchFamily="34" charset="0"/>
                <a:ea typeface="Tahoma" panose="020B0604030504040204" pitchFamily="34" charset="0"/>
                <a:cs typeface="Tahoma" panose="020B0604030504040204" pitchFamily="34" charset="0"/>
              </a:rPr>
              <a:t> </a:t>
            </a:r>
            <a:r>
              <a:rPr lang="en-US" sz="2400" spc="114" dirty="0">
                <a:latin typeface="Tahoma" panose="020B0604030504040204" pitchFamily="34" charset="0"/>
                <a:ea typeface="Tahoma" panose="020B0604030504040204" pitchFamily="34" charset="0"/>
                <a:cs typeface="Tahoma" panose="020B0604030504040204" pitchFamily="34" charset="0"/>
              </a:rPr>
              <a:t>encrypted</a:t>
            </a:r>
            <a:r>
              <a:rPr lang="en-US" sz="2400" spc="45" dirty="0">
                <a:latin typeface="Tahoma" panose="020B0604030504040204" pitchFamily="34" charset="0"/>
                <a:ea typeface="Tahoma" panose="020B0604030504040204" pitchFamily="34" charset="0"/>
                <a:cs typeface="Tahoma" panose="020B0604030504040204" pitchFamily="34" charset="0"/>
              </a:rPr>
              <a:t> </a:t>
            </a:r>
            <a:r>
              <a:rPr lang="en-US" sz="2400" spc="110" dirty="0">
                <a:latin typeface="Tahoma" panose="020B0604030504040204" pitchFamily="34" charset="0"/>
                <a:ea typeface="Tahoma" panose="020B0604030504040204" pitchFamily="34" charset="0"/>
                <a:cs typeface="Tahoma" panose="020B0604030504040204" pitchFamily="34" charset="0"/>
              </a:rPr>
              <a:t>(encoded)</a:t>
            </a:r>
            <a:r>
              <a:rPr lang="en-US" sz="2400" spc="50" dirty="0">
                <a:latin typeface="Tahoma" panose="020B0604030504040204" pitchFamily="34" charset="0"/>
                <a:ea typeface="Tahoma" panose="020B0604030504040204" pitchFamily="34" charset="0"/>
                <a:cs typeface="Tahoma" panose="020B0604030504040204" pitchFamily="34" charset="0"/>
              </a:rPr>
              <a:t> </a:t>
            </a:r>
            <a:r>
              <a:rPr lang="en-US" sz="2400" spc="120" dirty="0">
                <a:latin typeface="Tahoma" panose="020B0604030504040204" pitchFamily="34" charset="0"/>
                <a:ea typeface="Tahoma" panose="020B0604030504040204" pitchFamily="34" charset="0"/>
                <a:cs typeface="Tahoma" panose="020B0604030504040204" pitchFamily="34" charset="0"/>
              </a:rPr>
              <a:t>from</a:t>
            </a:r>
            <a:r>
              <a:rPr lang="en-US" sz="2400" spc="45" dirty="0">
                <a:latin typeface="Tahoma" panose="020B0604030504040204" pitchFamily="34" charset="0"/>
                <a:ea typeface="Tahoma" panose="020B0604030504040204" pitchFamily="34" charset="0"/>
                <a:cs typeface="Tahoma" panose="020B0604030504040204" pitchFamily="34" charset="0"/>
              </a:rPr>
              <a:t> </a:t>
            </a:r>
            <a:r>
              <a:rPr lang="en-US" sz="2400" spc="30" dirty="0">
                <a:latin typeface="Tahoma" panose="020B0604030504040204" pitchFamily="34" charset="0"/>
                <a:ea typeface="Tahoma" panose="020B0604030504040204" pitchFamily="34" charset="0"/>
                <a:cs typeface="Tahoma" panose="020B0604030504040204" pitchFamily="34" charset="0"/>
              </a:rPr>
              <a:t>its</a:t>
            </a:r>
            <a:r>
              <a:rPr lang="en-US" sz="2400" spc="45" dirty="0">
                <a:latin typeface="Tahoma" panose="020B0604030504040204" pitchFamily="34" charset="0"/>
                <a:ea typeface="Tahoma" panose="020B0604030504040204" pitchFamily="34" charset="0"/>
                <a:cs typeface="Tahoma" panose="020B0604030504040204" pitchFamily="34" charset="0"/>
              </a:rPr>
              <a:t> </a:t>
            </a:r>
            <a:r>
              <a:rPr lang="en-US" sz="2400" spc="55" dirty="0">
                <a:latin typeface="Tahoma" panose="020B0604030504040204" pitchFamily="34" charset="0"/>
                <a:ea typeface="Tahoma" panose="020B0604030504040204" pitchFamily="34" charset="0"/>
                <a:cs typeface="Tahoma" panose="020B0604030504040204" pitchFamily="34" charset="0"/>
              </a:rPr>
              <a:t>initial </a:t>
            </a:r>
            <a:r>
              <a:rPr lang="en-US" sz="2400" spc="-640" dirty="0">
                <a:latin typeface="Tahoma" panose="020B0604030504040204" pitchFamily="34" charset="0"/>
                <a:ea typeface="Tahoma" panose="020B0604030504040204" pitchFamily="34" charset="0"/>
                <a:cs typeface="Tahoma" panose="020B0604030504040204" pitchFamily="34" charset="0"/>
              </a:rPr>
              <a:t> </a:t>
            </a:r>
            <a:r>
              <a:rPr lang="en-US" sz="2400" spc="65" dirty="0">
                <a:latin typeface="Tahoma" panose="020B0604030504040204" pitchFamily="34" charset="0"/>
                <a:ea typeface="Tahoma" panose="020B0604030504040204" pitchFamily="34" charset="0"/>
                <a:cs typeface="Tahoma" panose="020B0604030504040204" pitchFamily="34" charset="0"/>
              </a:rPr>
              <a:t>readable</a:t>
            </a:r>
            <a:r>
              <a:rPr lang="en-US" sz="2400" dirty="0">
                <a:latin typeface="Tahoma" panose="020B0604030504040204" pitchFamily="34" charset="0"/>
                <a:ea typeface="Tahoma" panose="020B0604030504040204" pitchFamily="34" charset="0"/>
                <a:cs typeface="Tahoma" panose="020B0604030504040204" pitchFamily="34" charset="0"/>
              </a:rPr>
              <a:t> </a:t>
            </a:r>
            <a:r>
              <a:rPr lang="en-US" sz="2400" spc="110" dirty="0">
                <a:latin typeface="Tahoma" panose="020B0604030504040204" pitchFamily="34" charset="0"/>
                <a:ea typeface="Tahoma" panose="020B0604030504040204" pitchFamily="34" charset="0"/>
                <a:cs typeface="Tahoma" panose="020B0604030504040204" pitchFamily="34" charset="0"/>
              </a:rPr>
              <a:t>form	</a:t>
            </a:r>
            <a:r>
              <a:rPr lang="en-US" sz="2400" spc="90" dirty="0">
                <a:latin typeface="Tahoma" panose="020B0604030504040204" pitchFamily="34" charset="0"/>
                <a:ea typeface="Tahoma" panose="020B0604030504040204" pitchFamily="34" charset="0"/>
                <a:cs typeface="Tahoma" panose="020B0604030504040204" pitchFamily="34" charset="0"/>
              </a:rPr>
              <a:t>(called</a:t>
            </a:r>
            <a:r>
              <a:rPr lang="en-US" sz="2400" spc="10" dirty="0">
                <a:latin typeface="Tahoma" panose="020B0604030504040204" pitchFamily="34" charset="0"/>
                <a:ea typeface="Tahoma" panose="020B0604030504040204" pitchFamily="34" charset="0"/>
                <a:cs typeface="Tahoma" panose="020B0604030504040204" pitchFamily="34" charset="0"/>
              </a:rPr>
              <a:t> </a:t>
            </a:r>
            <a:r>
              <a:rPr lang="en-US" sz="2400" spc="100" dirty="0">
                <a:latin typeface="Tahoma" panose="020B0604030504040204" pitchFamily="34" charset="0"/>
                <a:ea typeface="Tahoma" panose="020B0604030504040204" pitchFamily="34" charset="0"/>
                <a:cs typeface="Tahoma" panose="020B0604030504040204" pitchFamily="34" charset="0"/>
              </a:rPr>
              <a:t>plain</a:t>
            </a:r>
            <a:r>
              <a:rPr lang="en-US" sz="2400" spc="20" dirty="0">
                <a:latin typeface="Tahoma" panose="020B0604030504040204" pitchFamily="34" charset="0"/>
                <a:ea typeface="Tahoma" panose="020B0604030504040204" pitchFamily="34" charset="0"/>
                <a:cs typeface="Tahoma" panose="020B0604030504040204" pitchFamily="34" charset="0"/>
              </a:rPr>
              <a:t> </a:t>
            </a:r>
            <a:r>
              <a:rPr lang="en-US" sz="2400" spc="-15" dirty="0">
                <a:latin typeface="Tahoma" panose="020B0604030504040204" pitchFamily="34" charset="0"/>
                <a:ea typeface="Tahoma" panose="020B0604030504040204" pitchFamily="34" charset="0"/>
                <a:cs typeface="Tahoma" panose="020B0604030504040204" pitchFamily="34" charset="0"/>
              </a:rPr>
              <a:t>text),</a:t>
            </a:r>
            <a:r>
              <a:rPr lang="en-US" sz="2400" spc="10" dirty="0">
                <a:latin typeface="Tahoma" panose="020B0604030504040204" pitchFamily="34" charset="0"/>
                <a:ea typeface="Tahoma" panose="020B0604030504040204" pitchFamily="34" charset="0"/>
                <a:cs typeface="Tahoma" panose="020B0604030504040204" pitchFamily="34" charset="0"/>
              </a:rPr>
              <a:t> </a:t>
            </a:r>
            <a:r>
              <a:rPr lang="en-US" sz="2400" spc="55" dirty="0">
                <a:latin typeface="Tahoma" panose="020B0604030504040204" pitchFamily="34" charset="0"/>
                <a:ea typeface="Tahoma" panose="020B0604030504040204" pitchFamily="34" charset="0"/>
                <a:cs typeface="Tahoma" panose="020B0604030504040204" pitchFamily="34" charset="0"/>
              </a:rPr>
              <a:t>to</a:t>
            </a:r>
            <a:r>
              <a:rPr lang="en-US" sz="2400" spc="15" dirty="0">
                <a:latin typeface="Tahoma" panose="020B0604030504040204" pitchFamily="34" charset="0"/>
                <a:ea typeface="Tahoma" panose="020B0604030504040204" pitchFamily="34" charset="0"/>
                <a:cs typeface="Tahoma" panose="020B0604030504040204" pitchFamily="34" charset="0"/>
              </a:rPr>
              <a:t> </a:t>
            </a:r>
            <a:r>
              <a:rPr lang="en-US" sz="2400" spc="114" dirty="0">
                <a:latin typeface="Tahoma" panose="020B0604030504040204" pitchFamily="34" charset="0"/>
                <a:ea typeface="Tahoma" panose="020B0604030504040204" pitchFamily="34" charset="0"/>
                <a:cs typeface="Tahoma" panose="020B0604030504040204" pitchFamily="34" charset="0"/>
              </a:rPr>
              <a:t>an</a:t>
            </a:r>
            <a:r>
              <a:rPr lang="en-US" sz="2400" spc="15" dirty="0">
                <a:latin typeface="Tahoma" panose="020B0604030504040204" pitchFamily="34" charset="0"/>
                <a:ea typeface="Tahoma" panose="020B0604030504040204" pitchFamily="34" charset="0"/>
                <a:cs typeface="Tahoma" panose="020B0604030504040204" pitchFamily="34" charset="0"/>
              </a:rPr>
              <a:t> </a:t>
            </a:r>
            <a:r>
              <a:rPr lang="en-US" sz="2400" spc="65" dirty="0">
                <a:latin typeface="Tahoma" panose="020B0604030504040204" pitchFamily="34" charset="0"/>
                <a:ea typeface="Tahoma" panose="020B0604030504040204" pitchFamily="34" charset="0"/>
                <a:cs typeface="Tahoma" panose="020B0604030504040204" pitchFamily="34" charset="0"/>
              </a:rPr>
              <a:t>internal</a:t>
            </a:r>
            <a:r>
              <a:rPr lang="en-US" sz="2400" spc="15" dirty="0">
                <a:latin typeface="Tahoma" panose="020B0604030504040204" pitchFamily="34" charset="0"/>
                <a:ea typeface="Tahoma" panose="020B0604030504040204" pitchFamily="34" charset="0"/>
                <a:cs typeface="Tahoma" panose="020B0604030504040204" pitchFamily="34" charset="0"/>
              </a:rPr>
              <a:t> </a:t>
            </a:r>
            <a:r>
              <a:rPr lang="en-US" sz="2400" spc="110" dirty="0">
                <a:latin typeface="Tahoma" panose="020B0604030504040204" pitchFamily="34" charset="0"/>
                <a:ea typeface="Tahoma" panose="020B0604030504040204" pitchFamily="34" charset="0"/>
                <a:cs typeface="Tahoma" panose="020B0604030504040204" pitchFamily="34" charset="0"/>
              </a:rPr>
              <a:t>form</a:t>
            </a:r>
            <a:r>
              <a:rPr lang="en-US" sz="2400" spc="15" dirty="0">
                <a:latin typeface="Tahoma" panose="020B0604030504040204" pitchFamily="34" charset="0"/>
                <a:ea typeface="Tahoma" panose="020B0604030504040204" pitchFamily="34" charset="0"/>
                <a:cs typeface="Tahoma" panose="020B0604030504040204" pitchFamily="34" charset="0"/>
              </a:rPr>
              <a:t> </a:t>
            </a:r>
            <a:r>
              <a:rPr lang="en-US" sz="2400" spc="90" dirty="0">
                <a:latin typeface="Tahoma" panose="020B0604030504040204" pitchFamily="34" charset="0"/>
                <a:ea typeface="Tahoma" panose="020B0604030504040204" pitchFamily="34" charset="0"/>
                <a:cs typeface="Tahoma" panose="020B0604030504040204" pitchFamily="34" charset="0"/>
              </a:rPr>
              <a:t>(called</a:t>
            </a:r>
            <a:r>
              <a:rPr lang="en-US" sz="2400" spc="15" dirty="0">
                <a:latin typeface="Tahoma" panose="020B0604030504040204" pitchFamily="34" charset="0"/>
                <a:ea typeface="Tahoma" panose="020B0604030504040204" pitchFamily="34" charset="0"/>
                <a:cs typeface="Tahoma" panose="020B0604030504040204" pitchFamily="34" charset="0"/>
              </a:rPr>
              <a:t> </a:t>
            </a:r>
            <a:r>
              <a:rPr lang="en-US" sz="2400" spc="80" dirty="0">
                <a:latin typeface="Tahoma" panose="020B0604030504040204" pitchFamily="34" charset="0"/>
                <a:ea typeface="Tahoma" panose="020B0604030504040204" pitchFamily="34" charset="0"/>
                <a:cs typeface="Tahoma" panose="020B0604030504040204" pitchFamily="34" charset="0"/>
              </a:rPr>
              <a:t>cipher</a:t>
            </a:r>
            <a:r>
              <a:rPr lang="en-US" sz="2400" spc="25" dirty="0">
                <a:latin typeface="Tahoma" panose="020B0604030504040204" pitchFamily="34" charset="0"/>
                <a:ea typeface="Tahoma" panose="020B0604030504040204" pitchFamily="34" charset="0"/>
                <a:cs typeface="Tahoma" panose="020B0604030504040204" pitchFamily="34" charset="0"/>
              </a:rPr>
              <a:t> </a:t>
            </a:r>
            <a:r>
              <a:rPr lang="en-US" sz="2400" spc="-15" dirty="0">
                <a:latin typeface="Tahoma" panose="020B0604030504040204" pitchFamily="34" charset="0"/>
                <a:ea typeface="Tahoma" panose="020B0604030504040204" pitchFamily="34" charset="0"/>
                <a:cs typeface="Tahoma" panose="020B0604030504040204" pitchFamily="34" charset="0"/>
              </a:rPr>
              <a:t>text).</a:t>
            </a:r>
            <a:endParaRPr lang="en-US" sz="2400" dirty="0">
              <a:latin typeface="Tahoma" panose="020B0604030504040204" pitchFamily="34" charset="0"/>
              <a:ea typeface="Tahoma" panose="020B0604030504040204" pitchFamily="34" charset="0"/>
              <a:cs typeface="Tahoma" panose="020B0604030504040204" pitchFamily="34" charset="0"/>
            </a:endParaRPr>
          </a:p>
          <a:p>
            <a:pPr marL="286385">
              <a:lnSpc>
                <a:spcPts val="2265"/>
              </a:lnSpc>
            </a:pPr>
            <a:r>
              <a:rPr lang="en-US" sz="2400" dirty="0">
                <a:latin typeface="Tahoma" panose="020B0604030504040204" pitchFamily="34" charset="0"/>
                <a:ea typeface="Tahoma" panose="020B0604030504040204" pitchFamily="34" charset="0"/>
                <a:cs typeface="Tahoma" panose="020B0604030504040204" pitchFamily="34" charset="0"/>
              </a:rPr>
              <a:t>This </a:t>
            </a:r>
            <a:r>
              <a:rPr lang="en-US" sz="2400" spc="15" dirty="0">
                <a:latin typeface="Tahoma" panose="020B0604030504040204" pitchFamily="34" charset="0"/>
                <a:ea typeface="Tahoma" panose="020B0604030504040204" pitchFamily="34" charset="0"/>
                <a:cs typeface="Tahoma" panose="020B0604030504040204" pitchFamily="34" charset="0"/>
              </a:rPr>
              <a:t>internal</a:t>
            </a:r>
            <a:r>
              <a:rPr lang="en-US" sz="2400" spc="-85" dirty="0">
                <a:latin typeface="Tahoma" panose="020B0604030504040204" pitchFamily="34" charset="0"/>
                <a:ea typeface="Tahoma" panose="020B0604030504040204" pitchFamily="34" charset="0"/>
                <a:cs typeface="Tahoma" panose="020B0604030504040204" pitchFamily="34" charset="0"/>
              </a:rPr>
              <a:t> </a:t>
            </a:r>
            <a:r>
              <a:rPr lang="en-US" sz="2400" spc="-20" dirty="0">
                <a:latin typeface="Tahoma" panose="020B0604030504040204" pitchFamily="34" charset="0"/>
                <a:ea typeface="Tahoma" panose="020B0604030504040204" pitchFamily="34" charset="0"/>
                <a:cs typeface="Tahoma" panose="020B0604030504040204" pitchFamily="34" charset="0"/>
              </a:rPr>
              <a:t>text</a:t>
            </a:r>
            <a:r>
              <a:rPr lang="en-US" sz="2400" spc="-85" dirty="0">
                <a:latin typeface="Tahoma" panose="020B0604030504040204" pitchFamily="34" charset="0"/>
                <a:ea typeface="Tahoma" panose="020B0604030504040204" pitchFamily="34" charset="0"/>
                <a:cs typeface="Tahoma" panose="020B0604030504040204" pitchFamily="34" charset="0"/>
              </a:rPr>
              <a:t> </a:t>
            </a:r>
            <a:r>
              <a:rPr lang="en-US" sz="2400" spc="-5" dirty="0">
                <a:latin typeface="Tahoma" panose="020B0604030504040204" pitchFamily="34" charset="0"/>
                <a:ea typeface="Tahoma" panose="020B0604030504040204" pitchFamily="34" charset="0"/>
                <a:cs typeface="Tahoma" panose="020B0604030504040204" pitchFamily="34" charset="0"/>
              </a:rPr>
              <a:t>form,</a:t>
            </a:r>
            <a:r>
              <a:rPr lang="en-US" sz="2400" spc="-90" dirty="0">
                <a:latin typeface="Tahoma" panose="020B0604030504040204" pitchFamily="34" charset="0"/>
                <a:ea typeface="Tahoma" panose="020B0604030504040204" pitchFamily="34" charset="0"/>
                <a:cs typeface="Tahoma" panose="020B0604030504040204" pitchFamily="34" charset="0"/>
              </a:rPr>
              <a:t> </a:t>
            </a:r>
            <a:r>
              <a:rPr lang="en-US" sz="2400" spc="35" dirty="0">
                <a:latin typeface="Tahoma" panose="020B0604030504040204" pitchFamily="34" charset="0"/>
                <a:ea typeface="Tahoma" panose="020B0604030504040204" pitchFamily="34" charset="0"/>
                <a:cs typeface="Tahoma" panose="020B0604030504040204" pitchFamily="34" charset="0"/>
              </a:rPr>
              <a:t>although</a:t>
            </a:r>
            <a:r>
              <a:rPr lang="en-US" sz="2400" spc="-85" dirty="0">
                <a:latin typeface="Tahoma" panose="020B0604030504040204" pitchFamily="34" charset="0"/>
                <a:ea typeface="Tahoma" panose="020B0604030504040204" pitchFamily="34" charset="0"/>
                <a:cs typeface="Tahoma" panose="020B0604030504040204" pitchFamily="34" charset="0"/>
              </a:rPr>
              <a:t> </a:t>
            </a:r>
            <a:r>
              <a:rPr lang="en-US" sz="2400" spc="25" dirty="0">
                <a:latin typeface="Tahoma" panose="020B0604030504040204" pitchFamily="34" charset="0"/>
                <a:ea typeface="Tahoma" panose="020B0604030504040204" pitchFamily="34" charset="0"/>
                <a:cs typeface="Tahoma" panose="020B0604030504040204" pitchFamily="34" charset="0"/>
              </a:rPr>
              <a:t>readable,</a:t>
            </a:r>
            <a:r>
              <a:rPr lang="en-US" sz="2400" spc="-90" dirty="0">
                <a:latin typeface="Tahoma" panose="020B0604030504040204" pitchFamily="34" charset="0"/>
                <a:ea typeface="Tahoma" panose="020B0604030504040204" pitchFamily="34" charset="0"/>
                <a:cs typeface="Tahoma" panose="020B0604030504040204" pitchFamily="34" charset="0"/>
              </a:rPr>
              <a:t> </a:t>
            </a:r>
            <a:r>
              <a:rPr lang="en-US" sz="2400" spc="65" dirty="0">
                <a:latin typeface="Tahoma" panose="020B0604030504040204" pitchFamily="34" charset="0"/>
                <a:ea typeface="Tahoma" panose="020B0604030504040204" pitchFamily="34" charset="0"/>
                <a:cs typeface="Tahoma" panose="020B0604030504040204" pitchFamily="34" charset="0"/>
              </a:rPr>
              <a:t>does</a:t>
            </a:r>
            <a:r>
              <a:rPr lang="en-US" sz="2400" spc="-90" dirty="0">
                <a:latin typeface="Tahoma" panose="020B0604030504040204" pitchFamily="34" charset="0"/>
                <a:ea typeface="Tahoma" panose="020B0604030504040204" pitchFamily="34" charset="0"/>
                <a:cs typeface="Tahoma" panose="020B0604030504040204" pitchFamily="34" charset="0"/>
              </a:rPr>
              <a:t> </a:t>
            </a:r>
            <a:r>
              <a:rPr lang="en-US" sz="2400" spc="25" dirty="0">
                <a:latin typeface="Tahoma" panose="020B0604030504040204" pitchFamily="34" charset="0"/>
                <a:ea typeface="Tahoma" panose="020B0604030504040204" pitchFamily="34" charset="0"/>
                <a:cs typeface="Tahoma" panose="020B0604030504040204" pitchFamily="34" charset="0"/>
              </a:rPr>
              <a:t>not</a:t>
            </a:r>
            <a:r>
              <a:rPr lang="en-US" sz="2400" spc="-85" dirty="0">
                <a:latin typeface="Tahoma" panose="020B0604030504040204" pitchFamily="34" charset="0"/>
                <a:ea typeface="Tahoma" panose="020B0604030504040204" pitchFamily="34" charset="0"/>
                <a:cs typeface="Tahoma" panose="020B0604030504040204" pitchFamily="34" charset="0"/>
              </a:rPr>
              <a:t> </a:t>
            </a:r>
            <a:r>
              <a:rPr lang="en-US" sz="2400" spc="95" dirty="0">
                <a:latin typeface="Tahoma" panose="020B0604030504040204" pitchFamily="34" charset="0"/>
                <a:ea typeface="Tahoma" panose="020B0604030504040204" pitchFamily="34" charset="0"/>
                <a:cs typeface="Tahoma" panose="020B0604030504040204" pitchFamily="34" charset="0"/>
              </a:rPr>
              <a:t>make</a:t>
            </a:r>
            <a:r>
              <a:rPr lang="en-US" sz="2400" spc="-85" dirty="0">
                <a:latin typeface="Tahoma" panose="020B0604030504040204" pitchFamily="34" charset="0"/>
                <a:ea typeface="Tahoma" panose="020B0604030504040204" pitchFamily="34" charset="0"/>
                <a:cs typeface="Tahoma" panose="020B0604030504040204" pitchFamily="34" charset="0"/>
              </a:rPr>
              <a:t> </a:t>
            </a:r>
            <a:r>
              <a:rPr lang="en-US" sz="2400" spc="100" dirty="0">
                <a:latin typeface="Tahoma" panose="020B0604030504040204" pitchFamily="34" charset="0"/>
                <a:ea typeface="Tahoma" panose="020B0604030504040204" pitchFamily="34" charset="0"/>
                <a:cs typeface="Tahoma" panose="020B0604030504040204" pitchFamily="34" charset="0"/>
              </a:rPr>
              <a:t>any</a:t>
            </a:r>
            <a:r>
              <a:rPr lang="en-US" sz="2400" spc="-90" dirty="0">
                <a:latin typeface="Tahoma" panose="020B0604030504040204" pitchFamily="34" charset="0"/>
                <a:ea typeface="Tahoma" panose="020B0604030504040204" pitchFamily="34" charset="0"/>
                <a:cs typeface="Tahoma" panose="020B0604030504040204" pitchFamily="34" charset="0"/>
              </a:rPr>
              <a:t> </a:t>
            </a:r>
            <a:r>
              <a:rPr lang="en-US" sz="2400" spc="-25" dirty="0">
                <a:latin typeface="Tahoma" panose="020B0604030504040204" pitchFamily="34" charset="0"/>
                <a:ea typeface="Tahoma" panose="020B0604030504040204" pitchFamily="34" charset="0"/>
                <a:cs typeface="Tahoma" panose="020B0604030504040204" pitchFamily="34" charset="0"/>
              </a:rPr>
              <a:t>sense.</a:t>
            </a:r>
            <a:endParaRPr lang="en-US" sz="2400" dirty="0">
              <a:latin typeface="Tahoma" panose="020B0604030504040204" pitchFamily="34" charset="0"/>
              <a:ea typeface="Tahoma" panose="020B0604030504040204" pitchFamily="34" charset="0"/>
              <a:cs typeface="Tahoma" panose="020B0604030504040204" pitchFamily="34" charset="0"/>
            </a:endParaRPr>
          </a:p>
          <a:p>
            <a:pPr marL="12065" marR="5080" indent="0">
              <a:lnSpc>
                <a:spcPct val="80000"/>
              </a:lnSpc>
              <a:spcBef>
                <a:spcPts val="500"/>
              </a:spcBef>
              <a:buNone/>
              <a:tabLst>
                <a:tab pos="367665" algn="l"/>
                <a:tab pos="368300" algn="l"/>
              </a:tabLst>
            </a:pPr>
            <a:endParaRPr lang="en-US" sz="2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639122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E7423-E9A1-99E8-40A6-27D7E25E3EA2}"/>
              </a:ext>
            </a:extLst>
          </p:cNvPr>
          <p:cNvSpPr>
            <a:spLocks noGrp="1"/>
          </p:cNvSpPr>
          <p:nvPr>
            <p:ph type="title"/>
          </p:nvPr>
        </p:nvSpPr>
        <p:spPr/>
        <p:txBody>
          <a:bodyPr/>
          <a:lstStyle/>
          <a:p>
            <a:r>
              <a:rPr lang="en-US" spc="150" dirty="0">
                <a:latin typeface="Tahoma"/>
                <a:cs typeface="Tahoma"/>
              </a:rPr>
              <a:t>Password Encryption</a:t>
            </a:r>
            <a:endParaRPr lang="en-US" dirty="0"/>
          </a:p>
        </p:txBody>
      </p:sp>
      <p:sp>
        <p:nvSpPr>
          <p:cNvPr id="3" name="Content Placeholder 2">
            <a:extLst>
              <a:ext uri="{FF2B5EF4-FFF2-40B4-BE49-F238E27FC236}">
                <a16:creationId xmlns:a16="http://schemas.microsoft.com/office/drawing/2014/main" id="{72BD3C7E-D3E0-33B6-8064-E5EF0F246F46}"/>
              </a:ext>
            </a:extLst>
          </p:cNvPr>
          <p:cNvSpPr>
            <a:spLocks noGrp="1"/>
          </p:cNvSpPr>
          <p:nvPr>
            <p:ph idx="1"/>
          </p:nvPr>
        </p:nvSpPr>
        <p:spPr/>
        <p:txBody>
          <a:bodyPr>
            <a:normAutofit/>
          </a:bodyPr>
          <a:lstStyle/>
          <a:p>
            <a:pPr marL="286385" marR="5080" indent="-274320">
              <a:lnSpc>
                <a:spcPct val="80000"/>
              </a:lnSpc>
              <a:spcBef>
                <a:spcPts val="500"/>
              </a:spcBef>
              <a:buFont typeface="Verdana"/>
              <a:buAutoNum type="arabicPeriod" startAt="2"/>
              <a:tabLst>
                <a:tab pos="367665" algn="l"/>
                <a:tab pos="368300" algn="l"/>
              </a:tabLst>
            </a:pPr>
            <a:r>
              <a:rPr lang="en-US" spc="40" dirty="0">
                <a:latin typeface="Tahoma" panose="020B0604030504040204" pitchFamily="34" charset="0"/>
                <a:ea typeface="Tahoma" panose="020B0604030504040204" pitchFamily="34" charset="0"/>
                <a:cs typeface="Tahoma" panose="020B0604030504040204" pitchFamily="34" charset="0"/>
              </a:rPr>
              <a:t>The</a:t>
            </a:r>
            <a:r>
              <a:rPr lang="en-US" spc="-30" dirty="0">
                <a:latin typeface="Tahoma" panose="020B0604030504040204" pitchFamily="34" charset="0"/>
                <a:ea typeface="Tahoma" panose="020B0604030504040204" pitchFamily="34" charset="0"/>
                <a:cs typeface="Tahoma" panose="020B0604030504040204" pitchFamily="34" charset="0"/>
              </a:rPr>
              <a:t> </a:t>
            </a:r>
            <a:r>
              <a:rPr lang="en-US" spc="55" dirty="0">
                <a:latin typeface="Tahoma" panose="020B0604030504040204" pitchFamily="34" charset="0"/>
                <a:ea typeface="Tahoma" panose="020B0604030504040204" pitchFamily="34" charset="0"/>
                <a:cs typeface="Tahoma" panose="020B0604030504040204" pitchFamily="34" charset="0"/>
              </a:rPr>
              <a:t>cipher</a:t>
            </a:r>
            <a:r>
              <a:rPr lang="en-US" spc="-25" dirty="0">
                <a:latin typeface="Tahoma" panose="020B0604030504040204" pitchFamily="34" charset="0"/>
                <a:ea typeface="Tahoma" panose="020B0604030504040204" pitchFamily="34" charset="0"/>
                <a:cs typeface="Tahoma" panose="020B0604030504040204" pitchFamily="34" charset="0"/>
              </a:rPr>
              <a:t> </a:t>
            </a:r>
            <a:r>
              <a:rPr lang="en-US" spc="5" dirty="0">
                <a:latin typeface="Tahoma" panose="020B0604030504040204" pitchFamily="34" charset="0"/>
                <a:ea typeface="Tahoma" panose="020B0604030504040204" pitchFamily="34" charset="0"/>
                <a:cs typeface="Tahoma" panose="020B0604030504040204" pitchFamily="34" charset="0"/>
              </a:rPr>
              <a:t>text</a:t>
            </a:r>
            <a:r>
              <a:rPr lang="en-US" spc="-25" dirty="0">
                <a:latin typeface="Tahoma" panose="020B0604030504040204" pitchFamily="34" charset="0"/>
                <a:ea typeface="Tahoma" panose="020B0604030504040204" pitchFamily="34" charset="0"/>
                <a:cs typeface="Tahoma" panose="020B0604030504040204" pitchFamily="34" charset="0"/>
              </a:rPr>
              <a:t> </a:t>
            </a:r>
            <a:r>
              <a:rPr lang="en-US" spc="110" dirty="0">
                <a:latin typeface="Tahoma" panose="020B0604030504040204" pitchFamily="34" charset="0"/>
                <a:ea typeface="Tahoma" panose="020B0604030504040204" pitchFamily="34" charset="0"/>
                <a:cs typeface="Tahoma" panose="020B0604030504040204" pitchFamily="34" charset="0"/>
              </a:rPr>
              <a:t>can</a:t>
            </a:r>
            <a:r>
              <a:rPr lang="en-US" spc="-30" dirty="0">
                <a:latin typeface="Tahoma" panose="020B0604030504040204" pitchFamily="34" charset="0"/>
                <a:ea typeface="Tahoma" panose="020B0604030504040204" pitchFamily="34" charset="0"/>
                <a:cs typeface="Tahoma" panose="020B0604030504040204" pitchFamily="34" charset="0"/>
              </a:rPr>
              <a:t> </a:t>
            </a:r>
            <a:r>
              <a:rPr lang="en-US" spc="80" dirty="0">
                <a:latin typeface="Tahoma" panose="020B0604030504040204" pitchFamily="34" charset="0"/>
                <a:ea typeface="Tahoma" panose="020B0604030504040204" pitchFamily="34" charset="0"/>
                <a:cs typeface="Tahoma" panose="020B0604030504040204" pitchFamily="34" charset="0"/>
              </a:rPr>
              <a:t>be</a:t>
            </a:r>
            <a:r>
              <a:rPr lang="en-US" spc="-30" dirty="0">
                <a:latin typeface="Tahoma" panose="020B0604030504040204" pitchFamily="34" charset="0"/>
                <a:ea typeface="Tahoma" panose="020B0604030504040204" pitchFamily="34" charset="0"/>
                <a:cs typeface="Tahoma" panose="020B0604030504040204" pitchFamily="34" charset="0"/>
              </a:rPr>
              <a:t> </a:t>
            </a:r>
            <a:r>
              <a:rPr lang="en-US" spc="60" dirty="0">
                <a:latin typeface="Tahoma" panose="020B0604030504040204" pitchFamily="34" charset="0"/>
                <a:ea typeface="Tahoma" panose="020B0604030504040204" pitchFamily="34" charset="0"/>
                <a:cs typeface="Tahoma" panose="020B0604030504040204" pitchFamily="34" charset="0"/>
              </a:rPr>
              <a:t>stored</a:t>
            </a:r>
            <a:r>
              <a:rPr lang="en-US" spc="-30" dirty="0">
                <a:latin typeface="Tahoma" panose="020B0604030504040204" pitchFamily="34" charset="0"/>
                <a:ea typeface="Tahoma" panose="020B0604030504040204" pitchFamily="34" charset="0"/>
                <a:cs typeface="Tahoma" panose="020B0604030504040204" pitchFamily="34" charset="0"/>
              </a:rPr>
              <a:t> </a:t>
            </a:r>
            <a:r>
              <a:rPr lang="en-US" spc="5" dirty="0">
                <a:latin typeface="Tahoma" panose="020B0604030504040204" pitchFamily="34" charset="0"/>
                <a:ea typeface="Tahoma" panose="020B0604030504040204" pitchFamily="34" charset="0"/>
                <a:cs typeface="Tahoma" panose="020B0604030504040204" pitchFamily="34" charset="0"/>
              </a:rPr>
              <a:t>in</a:t>
            </a:r>
            <a:r>
              <a:rPr lang="en-US" spc="-25" dirty="0">
                <a:latin typeface="Tahoma" panose="020B0604030504040204" pitchFamily="34" charset="0"/>
                <a:ea typeface="Tahoma" panose="020B0604030504040204" pitchFamily="34" charset="0"/>
                <a:cs typeface="Tahoma" panose="020B0604030504040204" pitchFamily="34" charset="0"/>
              </a:rPr>
              <a:t> </a:t>
            </a:r>
            <a:r>
              <a:rPr lang="en-US" spc="145" dirty="0">
                <a:latin typeface="Tahoma" panose="020B0604030504040204" pitchFamily="34" charset="0"/>
                <a:ea typeface="Tahoma" panose="020B0604030504040204" pitchFamily="34" charset="0"/>
                <a:cs typeface="Tahoma" panose="020B0604030504040204" pitchFamily="34" charset="0"/>
              </a:rPr>
              <a:t>a</a:t>
            </a:r>
            <a:r>
              <a:rPr lang="en-US" spc="-30" dirty="0">
                <a:latin typeface="Tahoma" panose="020B0604030504040204" pitchFamily="34" charset="0"/>
                <a:ea typeface="Tahoma" panose="020B0604030504040204" pitchFamily="34" charset="0"/>
                <a:cs typeface="Tahoma" panose="020B0604030504040204" pitchFamily="34" charset="0"/>
              </a:rPr>
              <a:t> </a:t>
            </a:r>
            <a:r>
              <a:rPr lang="en-US" spc="90" dirty="0">
                <a:latin typeface="Tahoma" panose="020B0604030504040204" pitchFamily="34" charset="0"/>
                <a:ea typeface="Tahoma" panose="020B0604030504040204" pitchFamily="34" charset="0"/>
                <a:cs typeface="Tahoma" panose="020B0604030504040204" pitchFamily="34" charset="0"/>
              </a:rPr>
              <a:t>readable</a:t>
            </a:r>
            <a:r>
              <a:rPr lang="en-US" spc="-30" dirty="0">
                <a:latin typeface="Tahoma" panose="020B0604030504040204" pitchFamily="34" charset="0"/>
                <a:ea typeface="Tahoma" panose="020B0604030504040204" pitchFamily="34" charset="0"/>
                <a:cs typeface="Tahoma" panose="020B0604030504040204" pitchFamily="34" charset="0"/>
              </a:rPr>
              <a:t> </a:t>
            </a:r>
            <a:r>
              <a:rPr lang="en-US" spc="-35" dirty="0">
                <a:latin typeface="Tahoma" panose="020B0604030504040204" pitchFamily="34" charset="0"/>
                <a:ea typeface="Tahoma" panose="020B0604030504040204" pitchFamily="34" charset="0"/>
                <a:cs typeface="Tahoma" panose="020B0604030504040204" pitchFamily="34" charset="0"/>
              </a:rPr>
              <a:t>file,</a:t>
            </a:r>
            <a:r>
              <a:rPr lang="en-US" spc="-20" dirty="0">
                <a:latin typeface="Tahoma" panose="020B0604030504040204" pitchFamily="34" charset="0"/>
                <a:ea typeface="Tahoma" panose="020B0604030504040204" pitchFamily="34" charset="0"/>
                <a:cs typeface="Tahoma" panose="020B0604030504040204" pitchFamily="34" charset="0"/>
              </a:rPr>
              <a:t> </a:t>
            </a:r>
            <a:r>
              <a:rPr lang="en-US" spc="70" dirty="0">
                <a:latin typeface="Tahoma" panose="020B0604030504040204" pitchFamily="34" charset="0"/>
                <a:ea typeface="Tahoma" panose="020B0604030504040204" pitchFamily="34" charset="0"/>
                <a:cs typeface="Tahoma" panose="020B0604030504040204" pitchFamily="34" charset="0"/>
              </a:rPr>
              <a:t>or</a:t>
            </a:r>
            <a:r>
              <a:rPr lang="en-US" spc="-15" dirty="0">
                <a:latin typeface="Tahoma" panose="020B0604030504040204" pitchFamily="34" charset="0"/>
                <a:ea typeface="Tahoma" panose="020B0604030504040204" pitchFamily="34" charset="0"/>
                <a:cs typeface="Tahoma" panose="020B0604030504040204" pitchFamily="34" charset="0"/>
              </a:rPr>
              <a:t> </a:t>
            </a:r>
            <a:r>
              <a:rPr lang="en-US" spc="60" dirty="0">
                <a:latin typeface="Tahoma" panose="020B0604030504040204" pitchFamily="34" charset="0"/>
                <a:ea typeface="Tahoma" panose="020B0604030504040204" pitchFamily="34" charset="0"/>
                <a:cs typeface="Tahoma" panose="020B0604030504040204" pitchFamily="34" charset="0"/>
              </a:rPr>
              <a:t>transmitted </a:t>
            </a:r>
            <a:r>
              <a:rPr lang="en-US" spc="-640" dirty="0">
                <a:latin typeface="Tahoma" panose="020B0604030504040204" pitchFamily="34" charset="0"/>
                <a:ea typeface="Tahoma" panose="020B0604030504040204" pitchFamily="34" charset="0"/>
                <a:cs typeface="Tahoma" panose="020B0604030504040204" pitchFamily="34" charset="0"/>
              </a:rPr>
              <a:t> </a:t>
            </a:r>
            <a:r>
              <a:rPr lang="en-US" spc="45" dirty="0">
                <a:latin typeface="Tahoma" panose="020B0604030504040204" pitchFamily="34" charset="0"/>
                <a:ea typeface="Tahoma" panose="020B0604030504040204" pitchFamily="34" charset="0"/>
                <a:cs typeface="Tahoma" panose="020B0604030504040204" pitchFamily="34" charset="0"/>
              </a:rPr>
              <a:t>over </a:t>
            </a:r>
            <a:r>
              <a:rPr lang="en-US" spc="35" dirty="0">
                <a:latin typeface="Tahoma" panose="020B0604030504040204" pitchFamily="34" charset="0"/>
                <a:ea typeface="Tahoma" panose="020B0604030504040204" pitchFamily="34" charset="0"/>
                <a:cs typeface="Tahoma" panose="020B0604030504040204" pitchFamily="34" charset="0"/>
              </a:rPr>
              <a:t>unprotected</a:t>
            </a:r>
            <a:r>
              <a:rPr lang="en-US" spc="-125" dirty="0">
                <a:latin typeface="Tahoma" panose="020B0604030504040204" pitchFamily="34" charset="0"/>
                <a:ea typeface="Tahoma" panose="020B0604030504040204" pitchFamily="34" charset="0"/>
                <a:cs typeface="Tahoma" panose="020B0604030504040204" pitchFamily="34" charset="0"/>
              </a:rPr>
              <a:t> </a:t>
            </a:r>
            <a:r>
              <a:rPr lang="en-US" spc="5" dirty="0">
                <a:latin typeface="Tahoma" panose="020B0604030504040204" pitchFamily="34" charset="0"/>
                <a:ea typeface="Tahoma" panose="020B0604030504040204" pitchFamily="34" charset="0"/>
                <a:cs typeface="Tahoma" panose="020B0604030504040204" pitchFamily="34" charset="0"/>
              </a:rPr>
              <a:t>channels.</a:t>
            </a:r>
          </a:p>
          <a:p>
            <a:pPr marL="286385" marR="5080" indent="-274320">
              <a:lnSpc>
                <a:spcPct val="80000"/>
              </a:lnSpc>
              <a:spcBef>
                <a:spcPts val="500"/>
              </a:spcBef>
              <a:buFont typeface="Verdana"/>
              <a:buAutoNum type="arabicPeriod" startAt="2"/>
              <a:tabLst>
                <a:tab pos="367665" algn="l"/>
                <a:tab pos="368300" algn="l"/>
              </a:tabLst>
            </a:pPr>
            <a:endParaRPr lang="en-US" dirty="0">
              <a:latin typeface="Tahoma" panose="020B0604030504040204" pitchFamily="34" charset="0"/>
              <a:ea typeface="Tahoma" panose="020B0604030504040204" pitchFamily="34" charset="0"/>
              <a:cs typeface="Tahoma" panose="020B0604030504040204" pitchFamily="34" charset="0"/>
            </a:endParaRPr>
          </a:p>
          <a:p>
            <a:pPr marL="286385" marR="5080" indent="-274320">
              <a:lnSpc>
                <a:spcPct val="80000"/>
              </a:lnSpc>
              <a:spcBef>
                <a:spcPts val="500"/>
              </a:spcBef>
              <a:buFont typeface="Verdana"/>
              <a:buAutoNum type="arabicPeriod" startAt="3"/>
              <a:tabLst>
                <a:tab pos="372745" algn="l"/>
                <a:tab pos="373380" algn="l"/>
              </a:tabLst>
            </a:pPr>
            <a:r>
              <a:rPr lang="en-US" spc="90" dirty="0">
                <a:latin typeface="Tahoma" panose="020B0604030504040204" pitchFamily="34" charset="0"/>
                <a:ea typeface="Tahoma" panose="020B0604030504040204" pitchFamily="34" charset="0"/>
                <a:cs typeface="Tahoma" panose="020B0604030504040204" pitchFamily="34" charset="0"/>
              </a:rPr>
              <a:t>To</a:t>
            </a:r>
            <a:r>
              <a:rPr lang="en-US" spc="40" dirty="0">
                <a:latin typeface="Tahoma" panose="020B0604030504040204" pitchFamily="34" charset="0"/>
                <a:ea typeface="Tahoma" panose="020B0604030504040204" pitchFamily="34" charset="0"/>
                <a:cs typeface="Tahoma" panose="020B0604030504040204" pitchFamily="34" charset="0"/>
              </a:rPr>
              <a:t> </a:t>
            </a:r>
            <a:r>
              <a:rPr lang="en-US" spc="145" dirty="0">
                <a:latin typeface="Tahoma" panose="020B0604030504040204" pitchFamily="34" charset="0"/>
                <a:ea typeface="Tahoma" panose="020B0604030504040204" pitchFamily="34" charset="0"/>
                <a:cs typeface="Tahoma" panose="020B0604030504040204" pitchFamily="34" charset="0"/>
              </a:rPr>
              <a:t>make</a:t>
            </a:r>
            <a:r>
              <a:rPr lang="en-US" spc="45" dirty="0">
                <a:latin typeface="Tahoma" panose="020B0604030504040204" pitchFamily="34" charset="0"/>
                <a:ea typeface="Tahoma" panose="020B0604030504040204" pitchFamily="34" charset="0"/>
                <a:cs typeface="Tahoma" panose="020B0604030504040204" pitchFamily="34" charset="0"/>
              </a:rPr>
              <a:t> </a:t>
            </a:r>
            <a:r>
              <a:rPr lang="en-US" spc="90" dirty="0">
                <a:latin typeface="Tahoma" panose="020B0604030504040204" pitchFamily="34" charset="0"/>
                <a:ea typeface="Tahoma" panose="020B0604030504040204" pitchFamily="34" charset="0"/>
                <a:cs typeface="Tahoma" panose="020B0604030504040204" pitchFamily="34" charset="0"/>
              </a:rPr>
              <a:t>sense</a:t>
            </a:r>
            <a:r>
              <a:rPr lang="en-US" spc="45" dirty="0">
                <a:latin typeface="Tahoma" panose="020B0604030504040204" pitchFamily="34" charset="0"/>
                <a:ea typeface="Tahoma" panose="020B0604030504040204" pitchFamily="34" charset="0"/>
                <a:cs typeface="Tahoma" panose="020B0604030504040204" pitchFamily="34" charset="0"/>
              </a:rPr>
              <a:t> </a:t>
            </a:r>
            <a:r>
              <a:rPr lang="en-US" spc="95" dirty="0">
                <a:latin typeface="Tahoma" panose="020B0604030504040204" pitchFamily="34" charset="0"/>
                <a:ea typeface="Tahoma" panose="020B0604030504040204" pitchFamily="34" charset="0"/>
                <a:cs typeface="Tahoma" panose="020B0604030504040204" pitchFamily="34" charset="0"/>
              </a:rPr>
              <a:t>of</a:t>
            </a:r>
            <a:r>
              <a:rPr lang="en-US" spc="45" dirty="0">
                <a:latin typeface="Tahoma" panose="020B0604030504040204" pitchFamily="34" charset="0"/>
                <a:ea typeface="Tahoma" panose="020B0604030504040204" pitchFamily="34" charset="0"/>
                <a:cs typeface="Tahoma" panose="020B0604030504040204" pitchFamily="34" charset="0"/>
              </a:rPr>
              <a:t> </a:t>
            </a:r>
            <a:r>
              <a:rPr lang="en-US" spc="50" dirty="0">
                <a:latin typeface="Tahoma" panose="020B0604030504040204" pitchFamily="34" charset="0"/>
                <a:ea typeface="Tahoma" panose="020B0604030504040204" pitchFamily="34" charset="0"/>
                <a:cs typeface="Tahoma" panose="020B0604030504040204" pitchFamily="34" charset="0"/>
              </a:rPr>
              <a:t>the</a:t>
            </a:r>
            <a:r>
              <a:rPr lang="en-US" spc="45" dirty="0">
                <a:latin typeface="Tahoma" panose="020B0604030504040204" pitchFamily="34" charset="0"/>
                <a:ea typeface="Tahoma" panose="020B0604030504040204" pitchFamily="34" charset="0"/>
                <a:cs typeface="Tahoma" panose="020B0604030504040204" pitchFamily="34" charset="0"/>
              </a:rPr>
              <a:t> </a:t>
            </a:r>
            <a:r>
              <a:rPr lang="en-US" spc="90" dirty="0">
                <a:latin typeface="Tahoma" panose="020B0604030504040204" pitchFamily="34" charset="0"/>
                <a:ea typeface="Tahoma" panose="020B0604030504040204" pitchFamily="34" charset="0"/>
                <a:cs typeface="Tahoma" panose="020B0604030504040204" pitchFamily="34" charset="0"/>
              </a:rPr>
              <a:t>cipher</a:t>
            </a:r>
            <a:r>
              <a:rPr lang="en-US" spc="60" dirty="0">
                <a:latin typeface="Tahoma" panose="020B0604030504040204" pitchFamily="34" charset="0"/>
                <a:ea typeface="Tahoma" panose="020B0604030504040204" pitchFamily="34" charset="0"/>
                <a:cs typeface="Tahoma" panose="020B0604030504040204" pitchFamily="34" charset="0"/>
              </a:rPr>
              <a:t> </a:t>
            </a:r>
            <a:r>
              <a:rPr lang="en-US" spc="-10" dirty="0">
                <a:latin typeface="Tahoma" panose="020B0604030504040204" pitchFamily="34" charset="0"/>
                <a:ea typeface="Tahoma" panose="020B0604030504040204" pitchFamily="34" charset="0"/>
                <a:cs typeface="Tahoma" panose="020B0604030504040204" pitchFamily="34" charset="0"/>
              </a:rPr>
              <a:t>text,</a:t>
            </a:r>
            <a:r>
              <a:rPr lang="en-US" spc="55" dirty="0">
                <a:latin typeface="Tahoma" panose="020B0604030504040204" pitchFamily="34" charset="0"/>
                <a:ea typeface="Tahoma" panose="020B0604030504040204" pitchFamily="34" charset="0"/>
                <a:cs typeface="Tahoma" panose="020B0604030504040204" pitchFamily="34" charset="0"/>
              </a:rPr>
              <a:t> </a:t>
            </a:r>
            <a:r>
              <a:rPr lang="en-US" spc="50" dirty="0">
                <a:latin typeface="Tahoma" panose="020B0604030504040204" pitchFamily="34" charset="0"/>
                <a:ea typeface="Tahoma" panose="020B0604030504040204" pitchFamily="34" charset="0"/>
                <a:cs typeface="Tahoma" panose="020B0604030504040204" pitchFamily="34" charset="0"/>
              </a:rPr>
              <a:t>the</a:t>
            </a:r>
            <a:r>
              <a:rPr lang="en-US" spc="55" dirty="0">
                <a:latin typeface="Tahoma" panose="020B0604030504040204" pitchFamily="34" charset="0"/>
                <a:ea typeface="Tahoma" panose="020B0604030504040204" pitchFamily="34" charset="0"/>
                <a:cs typeface="Tahoma" panose="020B0604030504040204" pitchFamily="34" charset="0"/>
              </a:rPr>
              <a:t> </a:t>
            </a:r>
            <a:r>
              <a:rPr lang="en-US" spc="95" dirty="0">
                <a:latin typeface="Tahoma" panose="020B0604030504040204" pitchFamily="34" charset="0"/>
                <a:ea typeface="Tahoma" panose="020B0604030504040204" pitchFamily="34" charset="0"/>
                <a:cs typeface="Tahoma" panose="020B0604030504040204" pitchFamily="34" charset="0"/>
              </a:rPr>
              <a:t>receiver</a:t>
            </a:r>
            <a:r>
              <a:rPr lang="en-US" spc="60" dirty="0">
                <a:latin typeface="Tahoma" panose="020B0604030504040204" pitchFamily="34" charset="0"/>
                <a:ea typeface="Tahoma" panose="020B0604030504040204" pitchFamily="34" charset="0"/>
                <a:cs typeface="Tahoma" panose="020B0604030504040204" pitchFamily="34" charset="0"/>
              </a:rPr>
              <a:t> </a:t>
            </a:r>
            <a:r>
              <a:rPr lang="en-US" spc="90" dirty="0">
                <a:latin typeface="Tahoma" panose="020B0604030504040204" pitchFamily="34" charset="0"/>
                <a:ea typeface="Tahoma" panose="020B0604030504040204" pitchFamily="34" charset="0"/>
                <a:cs typeface="Tahoma" panose="020B0604030504040204" pitchFamily="34" charset="0"/>
              </a:rPr>
              <a:t>must</a:t>
            </a:r>
            <a:r>
              <a:rPr lang="en-US" spc="60" dirty="0">
                <a:latin typeface="Tahoma" panose="020B0604030504040204" pitchFamily="34" charset="0"/>
                <a:ea typeface="Tahoma" panose="020B0604030504040204" pitchFamily="34" charset="0"/>
                <a:cs typeface="Tahoma" panose="020B0604030504040204" pitchFamily="34" charset="0"/>
              </a:rPr>
              <a:t> </a:t>
            </a:r>
            <a:r>
              <a:rPr lang="en-US" spc="125" dirty="0">
                <a:latin typeface="Tahoma" panose="020B0604030504040204" pitchFamily="34" charset="0"/>
                <a:ea typeface="Tahoma" panose="020B0604030504040204" pitchFamily="34" charset="0"/>
                <a:cs typeface="Tahoma" panose="020B0604030504040204" pitchFamily="34" charset="0"/>
              </a:rPr>
              <a:t>decrypt </a:t>
            </a:r>
            <a:r>
              <a:rPr lang="en-US" spc="-645" dirty="0">
                <a:latin typeface="Tahoma" panose="020B0604030504040204" pitchFamily="34" charset="0"/>
                <a:ea typeface="Tahoma" panose="020B0604030504040204" pitchFamily="34" charset="0"/>
                <a:cs typeface="Tahoma" panose="020B0604030504040204" pitchFamily="34" charset="0"/>
              </a:rPr>
              <a:t> </a:t>
            </a:r>
            <a:r>
              <a:rPr lang="en-US" spc="50" dirty="0">
                <a:latin typeface="Tahoma" panose="020B0604030504040204" pitchFamily="34" charset="0"/>
                <a:ea typeface="Tahoma" panose="020B0604030504040204" pitchFamily="34" charset="0"/>
                <a:cs typeface="Tahoma" panose="020B0604030504040204" pitchFamily="34" charset="0"/>
              </a:rPr>
              <a:t>(decode)</a:t>
            </a:r>
            <a:r>
              <a:rPr lang="en-US" spc="-100" dirty="0">
                <a:latin typeface="Tahoma" panose="020B0604030504040204" pitchFamily="34" charset="0"/>
                <a:ea typeface="Tahoma" panose="020B0604030504040204" pitchFamily="34" charset="0"/>
                <a:cs typeface="Tahoma" panose="020B0604030504040204" pitchFamily="34" charset="0"/>
              </a:rPr>
              <a:t> </a:t>
            </a:r>
            <a:r>
              <a:rPr lang="en-US" spc="-45" dirty="0">
                <a:latin typeface="Tahoma" panose="020B0604030504040204" pitchFamily="34" charset="0"/>
                <a:ea typeface="Tahoma" panose="020B0604030504040204" pitchFamily="34" charset="0"/>
                <a:cs typeface="Tahoma" panose="020B0604030504040204" pitchFamily="34" charset="0"/>
              </a:rPr>
              <a:t>it</a:t>
            </a:r>
            <a:r>
              <a:rPr lang="en-US" spc="-90" dirty="0">
                <a:latin typeface="Tahoma" panose="020B0604030504040204" pitchFamily="34" charset="0"/>
                <a:ea typeface="Tahoma" panose="020B0604030504040204" pitchFamily="34" charset="0"/>
                <a:cs typeface="Tahoma" panose="020B0604030504040204" pitchFamily="34" charset="0"/>
              </a:rPr>
              <a:t> </a:t>
            </a:r>
            <a:r>
              <a:rPr lang="en-US" spc="95" dirty="0">
                <a:latin typeface="Tahoma" panose="020B0604030504040204" pitchFamily="34" charset="0"/>
                <a:ea typeface="Tahoma" panose="020B0604030504040204" pitchFamily="34" charset="0"/>
                <a:cs typeface="Tahoma" panose="020B0604030504040204" pitchFamily="34" charset="0"/>
              </a:rPr>
              <a:t>back</a:t>
            </a:r>
            <a:r>
              <a:rPr lang="en-US" spc="-95" dirty="0">
                <a:latin typeface="Tahoma" panose="020B0604030504040204" pitchFamily="34" charset="0"/>
                <a:ea typeface="Tahoma" panose="020B0604030504040204" pitchFamily="34" charset="0"/>
                <a:cs typeface="Tahoma" panose="020B0604030504040204" pitchFamily="34" charset="0"/>
              </a:rPr>
              <a:t> </a:t>
            </a:r>
            <a:r>
              <a:rPr lang="en-US" spc="5" dirty="0">
                <a:latin typeface="Tahoma" panose="020B0604030504040204" pitchFamily="34" charset="0"/>
                <a:ea typeface="Tahoma" panose="020B0604030504040204" pitchFamily="34" charset="0"/>
                <a:cs typeface="Tahoma" panose="020B0604030504040204" pitchFamily="34" charset="0"/>
              </a:rPr>
              <a:t>into</a:t>
            </a:r>
            <a:r>
              <a:rPr lang="en-US" spc="-95" dirty="0">
                <a:latin typeface="Tahoma" panose="020B0604030504040204" pitchFamily="34" charset="0"/>
                <a:ea typeface="Tahoma" panose="020B0604030504040204" pitchFamily="34" charset="0"/>
                <a:cs typeface="Tahoma" panose="020B0604030504040204" pitchFamily="34" charset="0"/>
              </a:rPr>
              <a:t> </a:t>
            </a:r>
            <a:r>
              <a:rPr lang="en-US" spc="55" dirty="0">
                <a:latin typeface="Tahoma" panose="020B0604030504040204" pitchFamily="34" charset="0"/>
                <a:ea typeface="Tahoma" panose="020B0604030504040204" pitchFamily="34" charset="0"/>
                <a:cs typeface="Tahoma" panose="020B0604030504040204" pitchFamily="34" charset="0"/>
              </a:rPr>
              <a:t>clear</a:t>
            </a:r>
            <a:r>
              <a:rPr lang="en-US" spc="-90" dirty="0">
                <a:latin typeface="Tahoma" panose="020B0604030504040204" pitchFamily="34" charset="0"/>
                <a:ea typeface="Tahoma" panose="020B0604030504040204" pitchFamily="34" charset="0"/>
                <a:cs typeface="Tahoma" panose="020B0604030504040204" pitchFamily="34" charset="0"/>
              </a:rPr>
              <a:t> </a:t>
            </a:r>
            <a:r>
              <a:rPr lang="en-US" spc="-75" dirty="0">
                <a:latin typeface="Tahoma" panose="020B0604030504040204" pitchFamily="34" charset="0"/>
                <a:ea typeface="Tahoma" panose="020B0604030504040204" pitchFamily="34" charset="0"/>
                <a:cs typeface="Tahoma" panose="020B0604030504040204" pitchFamily="34" charset="0"/>
              </a:rPr>
              <a:t>text.</a:t>
            </a:r>
            <a:endParaRPr lang="en-US" dirty="0">
              <a:latin typeface="Tahoma" panose="020B0604030504040204" pitchFamily="34" charset="0"/>
              <a:ea typeface="Tahoma" panose="020B0604030504040204" pitchFamily="34" charset="0"/>
              <a:cs typeface="Tahoma" panose="020B0604030504040204" pitchFamily="34" charset="0"/>
            </a:endParaRPr>
          </a:p>
          <a:p>
            <a:pPr marL="286385" marR="5080" indent="-274320">
              <a:lnSpc>
                <a:spcPct val="80000"/>
              </a:lnSpc>
              <a:spcBef>
                <a:spcPts val="500"/>
              </a:spcBef>
              <a:tabLst>
                <a:tab pos="1593215" algn="l"/>
              </a:tabLst>
            </a:pPr>
            <a:endParaRPr lang="en-US" spc="40" dirty="0">
              <a:latin typeface="Tahoma" panose="020B0604030504040204" pitchFamily="34" charset="0"/>
              <a:ea typeface="Tahoma" panose="020B0604030504040204" pitchFamily="34" charset="0"/>
              <a:cs typeface="Tahoma" panose="020B0604030504040204" pitchFamily="34" charset="0"/>
            </a:endParaRPr>
          </a:p>
          <a:p>
            <a:pPr marL="286385" marR="5080" indent="-274320">
              <a:lnSpc>
                <a:spcPct val="80000"/>
              </a:lnSpc>
              <a:spcBef>
                <a:spcPts val="500"/>
              </a:spcBef>
              <a:tabLst>
                <a:tab pos="1593215" algn="l"/>
              </a:tabLst>
            </a:pPr>
            <a:r>
              <a:rPr lang="en-US" spc="40" dirty="0">
                <a:latin typeface="Tahoma" panose="020B0604030504040204" pitchFamily="34" charset="0"/>
                <a:ea typeface="Tahoma" panose="020B0604030504040204" pitchFamily="34" charset="0"/>
                <a:cs typeface="Tahoma" panose="020B0604030504040204" pitchFamily="34" charset="0"/>
              </a:rPr>
              <a:t>Even</a:t>
            </a:r>
            <a:r>
              <a:rPr lang="en-US" spc="-65" dirty="0">
                <a:latin typeface="Tahoma" panose="020B0604030504040204" pitchFamily="34" charset="0"/>
                <a:ea typeface="Tahoma" panose="020B0604030504040204" pitchFamily="34" charset="0"/>
                <a:cs typeface="Tahoma" panose="020B0604030504040204" pitchFamily="34" charset="0"/>
              </a:rPr>
              <a:t> </a:t>
            </a:r>
            <a:r>
              <a:rPr lang="en-US" spc="-5" dirty="0">
                <a:latin typeface="Tahoma" panose="020B0604030504040204" pitchFamily="34" charset="0"/>
                <a:ea typeface="Tahoma" panose="020B0604030504040204" pitchFamily="34" charset="0"/>
                <a:cs typeface="Tahoma" panose="020B0604030504040204" pitchFamily="34" charset="0"/>
              </a:rPr>
              <a:t>if</a:t>
            </a:r>
            <a:r>
              <a:rPr lang="en-US" spc="-60" dirty="0">
                <a:latin typeface="Tahoma" panose="020B0604030504040204" pitchFamily="34" charset="0"/>
                <a:ea typeface="Tahoma" panose="020B0604030504040204" pitchFamily="34" charset="0"/>
                <a:cs typeface="Tahoma" panose="020B0604030504040204" pitchFamily="34" charset="0"/>
              </a:rPr>
              <a:t> </a:t>
            </a:r>
            <a:r>
              <a:rPr lang="en-US" spc="10" dirty="0">
                <a:latin typeface="Tahoma" panose="020B0604030504040204" pitchFamily="34" charset="0"/>
                <a:ea typeface="Tahoma" panose="020B0604030504040204" pitchFamily="34" charset="0"/>
                <a:cs typeface="Tahoma" panose="020B0604030504040204" pitchFamily="34" charset="0"/>
              </a:rPr>
              <a:t>the</a:t>
            </a:r>
            <a:r>
              <a:rPr lang="en-US" spc="-60" dirty="0">
                <a:latin typeface="Tahoma" panose="020B0604030504040204" pitchFamily="34" charset="0"/>
                <a:ea typeface="Tahoma" panose="020B0604030504040204" pitchFamily="34" charset="0"/>
                <a:cs typeface="Tahoma" panose="020B0604030504040204" pitchFamily="34" charset="0"/>
              </a:rPr>
              <a:t> </a:t>
            </a:r>
            <a:r>
              <a:rPr lang="en-US" spc="65" dirty="0">
                <a:latin typeface="Tahoma" panose="020B0604030504040204" pitchFamily="34" charset="0"/>
                <a:ea typeface="Tahoma" panose="020B0604030504040204" pitchFamily="34" charset="0"/>
                <a:cs typeface="Tahoma" panose="020B0604030504040204" pitchFamily="34" charset="0"/>
              </a:rPr>
              <a:t>encrypted</a:t>
            </a:r>
            <a:r>
              <a:rPr lang="en-US" spc="-60" dirty="0">
                <a:latin typeface="Tahoma" panose="020B0604030504040204" pitchFamily="34" charset="0"/>
                <a:ea typeface="Tahoma" panose="020B0604030504040204" pitchFamily="34" charset="0"/>
                <a:cs typeface="Tahoma" panose="020B0604030504040204" pitchFamily="34" charset="0"/>
              </a:rPr>
              <a:t> </a:t>
            </a:r>
            <a:r>
              <a:rPr lang="en-US" spc="50" dirty="0">
                <a:latin typeface="Tahoma" panose="020B0604030504040204" pitchFamily="34" charset="0"/>
                <a:ea typeface="Tahoma" panose="020B0604030504040204" pitchFamily="34" charset="0"/>
                <a:cs typeface="Tahoma" panose="020B0604030504040204" pitchFamily="34" charset="0"/>
              </a:rPr>
              <a:t>information</a:t>
            </a:r>
            <a:r>
              <a:rPr lang="en-US" spc="-55" dirty="0">
                <a:latin typeface="Tahoma" panose="020B0604030504040204" pitchFamily="34" charset="0"/>
                <a:ea typeface="Tahoma" panose="020B0604030504040204" pitchFamily="34" charset="0"/>
                <a:cs typeface="Tahoma" panose="020B0604030504040204" pitchFamily="34" charset="0"/>
              </a:rPr>
              <a:t> </a:t>
            </a:r>
            <a:r>
              <a:rPr lang="en-US" spc="5" dirty="0">
                <a:latin typeface="Tahoma" panose="020B0604030504040204" pitchFamily="34" charset="0"/>
                <a:ea typeface="Tahoma" panose="020B0604030504040204" pitchFamily="34" charset="0"/>
                <a:cs typeface="Tahoma" panose="020B0604030504040204" pitchFamily="34" charset="0"/>
              </a:rPr>
              <a:t>is</a:t>
            </a:r>
            <a:r>
              <a:rPr lang="en-US" spc="-50" dirty="0">
                <a:latin typeface="Tahoma" panose="020B0604030504040204" pitchFamily="34" charset="0"/>
                <a:ea typeface="Tahoma" panose="020B0604030504040204" pitchFamily="34" charset="0"/>
                <a:cs typeface="Tahoma" panose="020B0604030504040204" pitchFamily="34" charset="0"/>
              </a:rPr>
              <a:t> </a:t>
            </a:r>
            <a:r>
              <a:rPr lang="en-US" spc="90" dirty="0">
                <a:latin typeface="Tahoma" panose="020B0604030504040204" pitchFamily="34" charset="0"/>
                <a:ea typeface="Tahoma" panose="020B0604030504040204" pitchFamily="34" charset="0"/>
                <a:cs typeface="Tahoma" panose="020B0604030504040204" pitchFamily="34" charset="0"/>
              </a:rPr>
              <a:t>accessed</a:t>
            </a:r>
            <a:r>
              <a:rPr lang="en-US" spc="-50" dirty="0">
                <a:latin typeface="Tahoma" panose="020B0604030504040204" pitchFamily="34" charset="0"/>
                <a:ea typeface="Tahoma" panose="020B0604030504040204" pitchFamily="34" charset="0"/>
                <a:cs typeface="Tahoma" panose="020B0604030504040204" pitchFamily="34" charset="0"/>
              </a:rPr>
              <a:t> </a:t>
            </a:r>
            <a:r>
              <a:rPr lang="en-US" spc="120" dirty="0">
                <a:latin typeface="Tahoma" panose="020B0604030504040204" pitchFamily="34" charset="0"/>
                <a:ea typeface="Tahoma" panose="020B0604030504040204" pitchFamily="34" charset="0"/>
                <a:cs typeface="Tahoma" panose="020B0604030504040204" pitchFamily="34" charset="0"/>
              </a:rPr>
              <a:t>by</a:t>
            </a:r>
            <a:r>
              <a:rPr lang="en-US" spc="-50" dirty="0">
                <a:latin typeface="Tahoma" panose="020B0604030504040204" pitchFamily="34" charset="0"/>
                <a:ea typeface="Tahoma" panose="020B0604030504040204" pitchFamily="34" charset="0"/>
                <a:cs typeface="Tahoma" panose="020B0604030504040204" pitchFamily="34" charset="0"/>
              </a:rPr>
              <a:t> </a:t>
            </a:r>
            <a:r>
              <a:rPr lang="en-US" spc="95" dirty="0">
                <a:latin typeface="Tahoma" panose="020B0604030504040204" pitchFamily="34" charset="0"/>
                <a:ea typeface="Tahoma" panose="020B0604030504040204" pitchFamily="34" charset="0"/>
                <a:cs typeface="Tahoma" panose="020B0604030504040204" pitchFamily="34" charset="0"/>
              </a:rPr>
              <a:t>an</a:t>
            </a:r>
            <a:r>
              <a:rPr lang="en-US" spc="-50" dirty="0">
                <a:latin typeface="Tahoma" panose="020B0604030504040204" pitchFamily="34" charset="0"/>
                <a:ea typeface="Tahoma" panose="020B0604030504040204" pitchFamily="34" charset="0"/>
                <a:cs typeface="Tahoma" panose="020B0604030504040204" pitchFamily="34" charset="0"/>
              </a:rPr>
              <a:t> </a:t>
            </a:r>
            <a:r>
              <a:rPr lang="en-US" spc="50" dirty="0">
                <a:latin typeface="Tahoma" panose="020B0604030504040204" pitchFamily="34" charset="0"/>
                <a:ea typeface="Tahoma" panose="020B0604030504040204" pitchFamily="34" charset="0"/>
                <a:cs typeface="Tahoma" panose="020B0604030504040204" pitchFamily="34" charset="0"/>
              </a:rPr>
              <a:t>unauthorized </a:t>
            </a:r>
            <a:r>
              <a:rPr lang="en-US" spc="-645" dirty="0">
                <a:latin typeface="Tahoma" panose="020B0604030504040204" pitchFamily="34" charset="0"/>
                <a:ea typeface="Tahoma" panose="020B0604030504040204" pitchFamily="34" charset="0"/>
                <a:cs typeface="Tahoma" panose="020B0604030504040204" pitchFamily="34" charset="0"/>
              </a:rPr>
              <a:t> </a:t>
            </a:r>
            <a:r>
              <a:rPr lang="en-US" spc="50" dirty="0">
                <a:latin typeface="Tahoma" panose="020B0604030504040204" pitchFamily="34" charset="0"/>
                <a:ea typeface="Tahoma" panose="020B0604030504040204" pitchFamily="34" charset="0"/>
                <a:cs typeface="Tahoma" panose="020B0604030504040204" pitchFamily="34" charset="0"/>
              </a:rPr>
              <a:t>person</a:t>
            </a:r>
            <a:r>
              <a:rPr lang="en-US" spc="-95" dirty="0">
                <a:latin typeface="Tahoma" panose="020B0604030504040204" pitchFamily="34" charset="0"/>
                <a:ea typeface="Tahoma" panose="020B0604030504040204" pitchFamily="34" charset="0"/>
                <a:cs typeface="Tahoma" panose="020B0604030504040204" pitchFamily="34" charset="0"/>
              </a:rPr>
              <a:t> </a:t>
            </a:r>
            <a:r>
              <a:rPr lang="en-US" spc="50" dirty="0">
                <a:latin typeface="Tahoma" panose="020B0604030504040204" pitchFamily="34" charset="0"/>
                <a:ea typeface="Tahoma" panose="020B0604030504040204" pitchFamily="34" charset="0"/>
                <a:cs typeface="Tahoma" panose="020B0604030504040204" pitchFamily="34" charset="0"/>
              </a:rPr>
              <a:t>or	</a:t>
            </a:r>
            <a:r>
              <a:rPr lang="en-US" spc="40" dirty="0">
                <a:latin typeface="Tahoma" panose="020B0604030504040204" pitchFamily="34" charset="0"/>
                <a:ea typeface="Tahoma" panose="020B0604030504040204" pitchFamily="34" charset="0"/>
                <a:cs typeface="Tahoma" panose="020B0604030504040204" pitchFamily="34" charset="0"/>
              </a:rPr>
              <a:t>program,</a:t>
            </a:r>
            <a:r>
              <a:rPr lang="en-US" spc="-90" dirty="0">
                <a:latin typeface="Tahoma" panose="020B0604030504040204" pitchFamily="34" charset="0"/>
                <a:ea typeface="Tahoma" panose="020B0604030504040204" pitchFamily="34" charset="0"/>
                <a:cs typeface="Tahoma" panose="020B0604030504040204" pitchFamily="34" charset="0"/>
              </a:rPr>
              <a:t> </a:t>
            </a:r>
            <a:r>
              <a:rPr lang="en-US" spc="-45" dirty="0">
                <a:latin typeface="Tahoma" panose="020B0604030504040204" pitchFamily="34" charset="0"/>
                <a:ea typeface="Tahoma" panose="020B0604030504040204" pitchFamily="34" charset="0"/>
                <a:cs typeface="Tahoma" panose="020B0604030504040204" pitchFamily="34" charset="0"/>
              </a:rPr>
              <a:t>it</a:t>
            </a:r>
            <a:r>
              <a:rPr lang="en-US" spc="-85" dirty="0">
                <a:latin typeface="Tahoma" panose="020B0604030504040204" pitchFamily="34" charset="0"/>
                <a:ea typeface="Tahoma" panose="020B0604030504040204" pitchFamily="34" charset="0"/>
                <a:cs typeface="Tahoma" panose="020B0604030504040204" pitchFamily="34" charset="0"/>
              </a:rPr>
              <a:t> </a:t>
            </a:r>
            <a:r>
              <a:rPr lang="en-US" spc="-25" dirty="0">
                <a:latin typeface="Tahoma" panose="020B0604030504040204" pitchFamily="34" charset="0"/>
                <a:ea typeface="Tahoma" panose="020B0604030504040204" pitchFamily="34" charset="0"/>
                <a:cs typeface="Tahoma" panose="020B0604030504040204" pitchFamily="34" charset="0"/>
              </a:rPr>
              <a:t>will</a:t>
            </a:r>
            <a:r>
              <a:rPr lang="en-US" spc="-85" dirty="0">
                <a:latin typeface="Tahoma" panose="020B0604030504040204" pitchFamily="34" charset="0"/>
                <a:ea typeface="Tahoma" panose="020B0604030504040204" pitchFamily="34" charset="0"/>
                <a:cs typeface="Tahoma" panose="020B0604030504040204" pitchFamily="34" charset="0"/>
              </a:rPr>
              <a:t> </a:t>
            </a:r>
            <a:r>
              <a:rPr lang="en-US" spc="65" dirty="0">
                <a:latin typeface="Tahoma" panose="020B0604030504040204" pitchFamily="34" charset="0"/>
                <a:ea typeface="Tahoma" panose="020B0604030504040204" pitchFamily="34" charset="0"/>
                <a:cs typeface="Tahoma" panose="020B0604030504040204" pitchFamily="34" charset="0"/>
              </a:rPr>
              <a:t>be</a:t>
            </a:r>
            <a:r>
              <a:rPr lang="en-US" spc="-95" dirty="0">
                <a:latin typeface="Tahoma" panose="020B0604030504040204" pitchFamily="34" charset="0"/>
                <a:ea typeface="Tahoma" panose="020B0604030504040204" pitchFamily="34" charset="0"/>
                <a:cs typeface="Tahoma" panose="020B0604030504040204" pitchFamily="34" charset="0"/>
              </a:rPr>
              <a:t> </a:t>
            </a:r>
            <a:r>
              <a:rPr lang="en-US" spc="20" dirty="0">
                <a:latin typeface="Tahoma" panose="020B0604030504040204" pitchFamily="34" charset="0"/>
                <a:ea typeface="Tahoma" panose="020B0604030504040204" pitchFamily="34" charset="0"/>
                <a:cs typeface="Tahoma" panose="020B0604030504040204" pitchFamily="34" charset="0"/>
              </a:rPr>
              <a:t>useless</a:t>
            </a:r>
            <a:r>
              <a:rPr lang="en-US" spc="-90" dirty="0">
                <a:latin typeface="Tahoma" panose="020B0604030504040204" pitchFamily="34" charset="0"/>
                <a:ea typeface="Tahoma" panose="020B0604030504040204" pitchFamily="34" charset="0"/>
                <a:cs typeface="Tahoma" panose="020B0604030504040204" pitchFamily="34" charset="0"/>
              </a:rPr>
              <a:t> </a:t>
            </a:r>
            <a:r>
              <a:rPr lang="en-US" spc="15" dirty="0">
                <a:latin typeface="Tahoma" panose="020B0604030504040204" pitchFamily="34" charset="0"/>
                <a:ea typeface="Tahoma" panose="020B0604030504040204" pitchFamily="34" charset="0"/>
                <a:cs typeface="Tahoma" panose="020B0604030504040204" pitchFamily="34" charset="0"/>
              </a:rPr>
              <a:t>unless</a:t>
            </a:r>
            <a:r>
              <a:rPr lang="en-US" spc="-90" dirty="0">
                <a:latin typeface="Tahoma" panose="020B0604030504040204" pitchFamily="34" charset="0"/>
                <a:ea typeface="Tahoma" panose="020B0604030504040204" pitchFamily="34" charset="0"/>
                <a:cs typeface="Tahoma" panose="020B0604030504040204" pitchFamily="34" charset="0"/>
              </a:rPr>
              <a:t> </a:t>
            </a:r>
            <a:r>
              <a:rPr lang="en-US" spc="-45" dirty="0">
                <a:latin typeface="Tahoma" panose="020B0604030504040204" pitchFamily="34" charset="0"/>
                <a:ea typeface="Tahoma" panose="020B0604030504040204" pitchFamily="34" charset="0"/>
                <a:cs typeface="Tahoma" panose="020B0604030504040204" pitchFamily="34" charset="0"/>
              </a:rPr>
              <a:t>it</a:t>
            </a:r>
            <a:r>
              <a:rPr lang="en-US" spc="-85" dirty="0">
                <a:latin typeface="Tahoma" panose="020B0604030504040204" pitchFamily="34" charset="0"/>
                <a:ea typeface="Tahoma" panose="020B0604030504040204" pitchFamily="34" charset="0"/>
                <a:cs typeface="Tahoma" panose="020B0604030504040204" pitchFamily="34" charset="0"/>
              </a:rPr>
              <a:t> </a:t>
            </a:r>
            <a:r>
              <a:rPr lang="en-US" spc="90" dirty="0">
                <a:latin typeface="Tahoma" panose="020B0604030504040204" pitchFamily="34" charset="0"/>
                <a:ea typeface="Tahoma" panose="020B0604030504040204" pitchFamily="34" charset="0"/>
                <a:cs typeface="Tahoma" panose="020B0604030504040204" pitchFamily="34" charset="0"/>
              </a:rPr>
              <a:t>can</a:t>
            </a:r>
            <a:r>
              <a:rPr lang="en-US" spc="-90" dirty="0">
                <a:latin typeface="Tahoma" panose="020B0604030504040204" pitchFamily="34" charset="0"/>
                <a:ea typeface="Tahoma" panose="020B0604030504040204" pitchFamily="34" charset="0"/>
                <a:cs typeface="Tahoma" panose="020B0604030504040204" pitchFamily="34" charset="0"/>
              </a:rPr>
              <a:t> </a:t>
            </a:r>
            <a:r>
              <a:rPr lang="en-US" spc="65" dirty="0">
                <a:latin typeface="Tahoma" panose="020B0604030504040204" pitchFamily="34" charset="0"/>
                <a:ea typeface="Tahoma" panose="020B0604030504040204" pitchFamily="34" charset="0"/>
                <a:cs typeface="Tahoma" panose="020B0604030504040204" pitchFamily="34" charset="0"/>
              </a:rPr>
              <a:t>be</a:t>
            </a:r>
            <a:r>
              <a:rPr lang="en-US" spc="-95" dirty="0">
                <a:latin typeface="Tahoma" panose="020B0604030504040204" pitchFamily="34" charset="0"/>
                <a:ea typeface="Tahoma" panose="020B0604030504040204" pitchFamily="34" charset="0"/>
                <a:cs typeface="Tahoma" panose="020B0604030504040204" pitchFamily="34" charset="0"/>
              </a:rPr>
              <a:t> </a:t>
            </a:r>
            <a:r>
              <a:rPr lang="en-US" spc="25" dirty="0">
                <a:latin typeface="Tahoma" panose="020B0604030504040204" pitchFamily="34" charset="0"/>
                <a:ea typeface="Tahoma" panose="020B0604030504040204" pitchFamily="34" charset="0"/>
                <a:cs typeface="Tahoma" panose="020B0604030504040204" pitchFamily="34" charset="0"/>
              </a:rPr>
              <a:t>decoded.</a:t>
            </a:r>
            <a:endParaRPr lang="en-US" dirty="0">
              <a:latin typeface="Tahoma" panose="020B0604030504040204" pitchFamily="34" charset="0"/>
              <a:ea typeface="Tahoma" panose="020B0604030504040204" pitchFamily="34" charset="0"/>
              <a:cs typeface="Tahoma" panose="020B0604030504040204" pitchFamily="34" charset="0"/>
            </a:endParaRPr>
          </a:p>
          <a:p>
            <a:endParaRPr lang="en-US" dirty="0"/>
          </a:p>
        </p:txBody>
      </p:sp>
    </p:spTree>
    <p:extLst>
      <p:ext uri="{BB962C8B-B14F-4D97-AF65-F5344CB8AC3E}">
        <p14:creationId xmlns:p14="http://schemas.microsoft.com/office/powerpoint/2010/main" val="82680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D03F1-E035-8BCB-2331-9FEF273B6765}"/>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F0522D4F-07EB-0AE1-1356-31EFF7B9C1B4}"/>
              </a:ext>
            </a:extLst>
          </p:cNvPr>
          <p:cNvPicPr>
            <a:picLocks noGrp="1" noChangeAspect="1"/>
          </p:cNvPicPr>
          <p:nvPr>
            <p:ph idx="1"/>
          </p:nvPr>
        </p:nvPicPr>
        <p:blipFill>
          <a:blip r:embed="rId2"/>
          <a:stretch>
            <a:fillRect/>
          </a:stretch>
        </p:blipFill>
        <p:spPr>
          <a:xfrm>
            <a:off x="664030" y="365126"/>
            <a:ext cx="10689770" cy="5811838"/>
          </a:xfrm>
          <a:prstGeom prst="rect">
            <a:avLst/>
          </a:prstGeom>
        </p:spPr>
      </p:pic>
    </p:spTree>
    <p:extLst>
      <p:ext uri="{BB962C8B-B14F-4D97-AF65-F5344CB8AC3E}">
        <p14:creationId xmlns:p14="http://schemas.microsoft.com/office/powerpoint/2010/main" val="1257815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17093-532B-1019-9879-4A882E825A61}"/>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8386A2A2-8694-0B3E-58FB-2D10A0576DBB}"/>
              </a:ext>
            </a:extLst>
          </p:cNvPr>
          <p:cNvPicPr>
            <a:picLocks noGrp="1" noChangeAspect="1"/>
          </p:cNvPicPr>
          <p:nvPr>
            <p:ph idx="1"/>
          </p:nvPr>
        </p:nvPicPr>
        <p:blipFill>
          <a:blip r:embed="rId2"/>
          <a:stretch>
            <a:fillRect/>
          </a:stretch>
        </p:blipFill>
        <p:spPr>
          <a:xfrm>
            <a:off x="838200" y="365125"/>
            <a:ext cx="10624457" cy="5811838"/>
          </a:xfrm>
          <a:prstGeom prst="rect">
            <a:avLst/>
          </a:prstGeom>
        </p:spPr>
      </p:pic>
    </p:spTree>
    <p:extLst>
      <p:ext uri="{BB962C8B-B14F-4D97-AF65-F5344CB8AC3E}">
        <p14:creationId xmlns:p14="http://schemas.microsoft.com/office/powerpoint/2010/main" val="332864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6095D-C73E-19B1-C5DC-63C79175EB20}"/>
              </a:ext>
            </a:extLst>
          </p:cNvPr>
          <p:cNvSpPr>
            <a:spLocks noGrp="1"/>
          </p:cNvSpPr>
          <p:nvPr>
            <p:ph type="title"/>
          </p:nvPr>
        </p:nvSpPr>
        <p:spPr/>
        <p:txBody>
          <a:bodyPr/>
          <a:lstStyle/>
          <a:p>
            <a:r>
              <a:rPr lang="en-US" b="1" spc="-80" dirty="0"/>
              <a:t>B</a:t>
            </a:r>
            <a:r>
              <a:rPr lang="en-US" b="1" spc="-150" dirty="0"/>
              <a:t>i</a:t>
            </a:r>
            <a:r>
              <a:rPr lang="en-US" b="1" spc="-40" dirty="0"/>
              <a:t>o</a:t>
            </a:r>
            <a:r>
              <a:rPr lang="en-US" b="1" spc="-140" dirty="0"/>
              <a:t>m</a:t>
            </a:r>
            <a:r>
              <a:rPr lang="en-US" b="1" spc="-105" dirty="0"/>
              <a:t>e</a:t>
            </a:r>
            <a:r>
              <a:rPr lang="en-US" b="1" spc="-170" dirty="0"/>
              <a:t>t</a:t>
            </a:r>
            <a:r>
              <a:rPr lang="en-US" b="1" spc="-130" dirty="0"/>
              <a:t>r</a:t>
            </a:r>
            <a:r>
              <a:rPr lang="en-US" b="1" spc="-150" dirty="0"/>
              <a:t>i</a:t>
            </a:r>
            <a:r>
              <a:rPr lang="en-US" b="1" spc="-25" dirty="0"/>
              <a:t>c</a:t>
            </a:r>
            <a:r>
              <a:rPr lang="en-US" b="1" spc="-165" dirty="0"/>
              <a:t> </a:t>
            </a:r>
            <a:r>
              <a:rPr lang="en-US" b="1" spc="-20" dirty="0"/>
              <a:t>P</a:t>
            </a:r>
            <a:r>
              <a:rPr lang="en-US" b="1" spc="-15" dirty="0"/>
              <a:t>a</a:t>
            </a:r>
            <a:r>
              <a:rPr lang="en-US" b="1" spc="-125" dirty="0"/>
              <a:t>ss</a:t>
            </a:r>
            <a:r>
              <a:rPr lang="en-US" b="1" spc="-160" dirty="0"/>
              <a:t>w</a:t>
            </a:r>
            <a:r>
              <a:rPr lang="en-US" b="1" spc="-40" dirty="0"/>
              <a:t>o</a:t>
            </a:r>
            <a:r>
              <a:rPr lang="en-US" b="1" spc="-130" dirty="0"/>
              <a:t>r</a:t>
            </a:r>
            <a:r>
              <a:rPr lang="en-US" b="1" spc="-65" dirty="0"/>
              <a:t>d</a:t>
            </a:r>
            <a:endParaRPr lang="en-US" b="1" dirty="0"/>
          </a:p>
        </p:txBody>
      </p:sp>
      <p:sp>
        <p:nvSpPr>
          <p:cNvPr id="3" name="Content Placeholder 2">
            <a:extLst>
              <a:ext uri="{FF2B5EF4-FFF2-40B4-BE49-F238E27FC236}">
                <a16:creationId xmlns:a16="http://schemas.microsoft.com/office/drawing/2014/main" id="{E0B83D9C-25E6-0139-3DEC-A260D0F0C6B3}"/>
              </a:ext>
            </a:extLst>
          </p:cNvPr>
          <p:cNvSpPr>
            <a:spLocks noGrp="1"/>
          </p:cNvSpPr>
          <p:nvPr>
            <p:ph idx="1"/>
          </p:nvPr>
        </p:nvSpPr>
        <p:spPr/>
        <p:txBody>
          <a:bodyPr>
            <a:noAutofit/>
          </a:bodyPr>
          <a:lstStyle/>
          <a:p>
            <a:pPr marL="286385" marR="5080" indent="-274320" algn="just">
              <a:lnSpc>
                <a:spcPts val="2380"/>
              </a:lnSpc>
              <a:spcBef>
                <a:spcPts val="390"/>
              </a:spcBef>
              <a:buClr>
                <a:srgbClr val="0AD0D9"/>
              </a:buClr>
              <a:buSzPct val="95454"/>
              <a:buFont typeface="Wingdings"/>
              <a:buChar char=""/>
              <a:tabLst>
                <a:tab pos="287020" algn="l"/>
              </a:tabLst>
            </a:pPr>
            <a:r>
              <a:rPr lang="en-US" sz="2400" spc="125" dirty="0">
                <a:latin typeface="Tahoma"/>
                <a:cs typeface="Tahoma"/>
              </a:rPr>
              <a:t>Biometrics </a:t>
            </a:r>
            <a:r>
              <a:rPr lang="en-US" sz="2400" spc="40" dirty="0">
                <a:latin typeface="Tahoma"/>
                <a:cs typeface="Tahoma"/>
              </a:rPr>
              <a:t>is </a:t>
            </a:r>
            <a:r>
              <a:rPr lang="en-US" sz="2400" spc="65" dirty="0">
                <a:latin typeface="Tahoma"/>
                <a:cs typeface="Tahoma"/>
              </a:rPr>
              <a:t>the </a:t>
            </a:r>
            <a:r>
              <a:rPr lang="en-US" sz="2400" spc="140" dirty="0">
                <a:latin typeface="Tahoma"/>
                <a:cs typeface="Tahoma"/>
              </a:rPr>
              <a:t>measurement </a:t>
            </a:r>
            <a:r>
              <a:rPr lang="en-US" sz="2400" spc="150" dirty="0">
                <a:latin typeface="Tahoma"/>
                <a:cs typeface="Tahoma"/>
              </a:rPr>
              <a:t>and </a:t>
            </a:r>
            <a:r>
              <a:rPr lang="en-US" sz="2400" spc="105" dirty="0">
                <a:latin typeface="Tahoma"/>
                <a:cs typeface="Tahoma"/>
              </a:rPr>
              <a:t>statistical </a:t>
            </a:r>
            <a:r>
              <a:rPr lang="en-US" sz="2400" spc="140" dirty="0">
                <a:latin typeface="Tahoma"/>
                <a:cs typeface="Tahoma"/>
              </a:rPr>
              <a:t>analysis </a:t>
            </a:r>
            <a:r>
              <a:rPr lang="en-US" sz="2400" spc="110" dirty="0">
                <a:latin typeface="Tahoma"/>
                <a:cs typeface="Tahoma"/>
              </a:rPr>
              <a:t>of </a:t>
            </a:r>
            <a:r>
              <a:rPr lang="en-US" sz="2400" spc="-675" dirty="0">
                <a:latin typeface="Tahoma"/>
                <a:cs typeface="Tahoma"/>
              </a:rPr>
              <a:t> </a:t>
            </a:r>
            <a:r>
              <a:rPr lang="en-US" sz="2400" spc="40" dirty="0">
                <a:latin typeface="Tahoma"/>
                <a:cs typeface="Tahoma"/>
              </a:rPr>
              <a:t>people's</a:t>
            </a:r>
            <a:r>
              <a:rPr lang="en-US" sz="2400" spc="-95" dirty="0">
                <a:latin typeface="Tahoma"/>
                <a:cs typeface="Tahoma"/>
              </a:rPr>
              <a:t> </a:t>
            </a:r>
            <a:r>
              <a:rPr lang="en-US" sz="2400" spc="20" dirty="0">
                <a:latin typeface="Tahoma"/>
                <a:cs typeface="Tahoma"/>
              </a:rPr>
              <a:t>unique</a:t>
            </a:r>
            <a:r>
              <a:rPr lang="en-US" sz="2400" spc="-95" dirty="0">
                <a:latin typeface="Tahoma"/>
                <a:cs typeface="Tahoma"/>
              </a:rPr>
              <a:t> </a:t>
            </a:r>
            <a:r>
              <a:rPr lang="en-US" sz="2400" spc="55" dirty="0">
                <a:latin typeface="Tahoma"/>
                <a:cs typeface="Tahoma"/>
              </a:rPr>
              <a:t>physical</a:t>
            </a:r>
            <a:r>
              <a:rPr lang="en-US" sz="2400" spc="-95" dirty="0">
                <a:latin typeface="Tahoma"/>
                <a:cs typeface="Tahoma"/>
              </a:rPr>
              <a:t> </a:t>
            </a:r>
            <a:r>
              <a:rPr lang="en-US" sz="2400" spc="90" dirty="0">
                <a:latin typeface="Tahoma"/>
                <a:cs typeface="Tahoma"/>
              </a:rPr>
              <a:t>and</a:t>
            </a:r>
            <a:r>
              <a:rPr lang="en-US" sz="2400" spc="-90" dirty="0">
                <a:latin typeface="Tahoma"/>
                <a:cs typeface="Tahoma"/>
              </a:rPr>
              <a:t> </a:t>
            </a:r>
            <a:r>
              <a:rPr lang="en-US" sz="2400" spc="50" dirty="0">
                <a:latin typeface="Tahoma"/>
                <a:cs typeface="Tahoma"/>
              </a:rPr>
              <a:t>behavioral</a:t>
            </a:r>
            <a:r>
              <a:rPr lang="en-US" sz="2400" spc="-95" dirty="0">
                <a:latin typeface="Tahoma"/>
                <a:cs typeface="Tahoma"/>
              </a:rPr>
              <a:t> </a:t>
            </a:r>
            <a:r>
              <a:rPr lang="en-US" sz="2400" spc="15" dirty="0">
                <a:latin typeface="Tahoma"/>
                <a:cs typeface="Tahoma"/>
              </a:rPr>
              <a:t>characteristics.</a:t>
            </a:r>
          </a:p>
          <a:p>
            <a:pPr marL="286385" marR="5080" indent="-274320" algn="just">
              <a:lnSpc>
                <a:spcPts val="2380"/>
              </a:lnSpc>
              <a:spcBef>
                <a:spcPts val="390"/>
              </a:spcBef>
              <a:buClr>
                <a:srgbClr val="0AD0D9"/>
              </a:buClr>
              <a:buSzPct val="95454"/>
              <a:buFont typeface="Wingdings"/>
              <a:buChar char=""/>
              <a:tabLst>
                <a:tab pos="287020" algn="l"/>
              </a:tabLst>
            </a:pPr>
            <a:endParaRPr lang="en-US" sz="2400" dirty="0">
              <a:latin typeface="Tahoma"/>
              <a:cs typeface="Tahoma"/>
            </a:endParaRPr>
          </a:p>
          <a:p>
            <a:pPr marL="286385" marR="5080" indent="-274320" algn="just">
              <a:lnSpc>
                <a:spcPts val="2380"/>
              </a:lnSpc>
              <a:spcBef>
                <a:spcPts val="515"/>
              </a:spcBef>
              <a:buClr>
                <a:srgbClr val="0AD0D9"/>
              </a:buClr>
              <a:buSzPct val="95454"/>
              <a:buFont typeface="Wingdings"/>
              <a:buChar char=""/>
              <a:tabLst>
                <a:tab pos="362585" algn="l"/>
              </a:tabLst>
            </a:pPr>
            <a:r>
              <a:rPr lang="en-US" sz="2400" dirty="0"/>
              <a:t>	</a:t>
            </a:r>
            <a:r>
              <a:rPr lang="en-US" sz="2400" spc="45" dirty="0">
                <a:latin typeface="Tahoma"/>
                <a:cs typeface="Tahoma"/>
              </a:rPr>
              <a:t>The</a:t>
            </a:r>
            <a:r>
              <a:rPr lang="en-US" sz="2400" spc="-25" dirty="0">
                <a:latin typeface="Tahoma"/>
                <a:cs typeface="Tahoma"/>
              </a:rPr>
              <a:t> </a:t>
            </a:r>
            <a:r>
              <a:rPr lang="en-US" sz="2400" spc="90" dirty="0">
                <a:latin typeface="Tahoma"/>
                <a:cs typeface="Tahoma"/>
              </a:rPr>
              <a:t>technology</a:t>
            </a:r>
            <a:r>
              <a:rPr lang="en-US" sz="2400" spc="-10" dirty="0">
                <a:latin typeface="Tahoma"/>
                <a:cs typeface="Tahoma"/>
              </a:rPr>
              <a:t> </a:t>
            </a:r>
            <a:r>
              <a:rPr lang="en-US" sz="2400" spc="10" dirty="0">
                <a:latin typeface="Tahoma"/>
                <a:cs typeface="Tahoma"/>
              </a:rPr>
              <a:t>is</a:t>
            </a:r>
            <a:r>
              <a:rPr lang="en-US" sz="2400" spc="-5" dirty="0">
                <a:latin typeface="Tahoma"/>
                <a:cs typeface="Tahoma"/>
              </a:rPr>
              <a:t> </a:t>
            </a:r>
            <a:r>
              <a:rPr lang="en-US" sz="2400" spc="95" dirty="0">
                <a:latin typeface="Tahoma"/>
                <a:cs typeface="Tahoma"/>
              </a:rPr>
              <a:t>mainly</a:t>
            </a:r>
            <a:r>
              <a:rPr lang="en-US" sz="2400" spc="-15" dirty="0">
                <a:latin typeface="Tahoma"/>
                <a:cs typeface="Tahoma"/>
              </a:rPr>
              <a:t> </a:t>
            </a:r>
            <a:r>
              <a:rPr lang="en-US" sz="2400" spc="75" dirty="0">
                <a:latin typeface="Tahoma"/>
                <a:cs typeface="Tahoma"/>
              </a:rPr>
              <a:t>used</a:t>
            </a:r>
            <a:r>
              <a:rPr lang="en-US" sz="2400" spc="-5" dirty="0">
                <a:latin typeface="Tahoma"/>
                <a:cs typeface="Tahoma"/>
              </a:rPr>
              <a:t> </a:t>
            </a:r>
            <a:r>
              <a:rPr lang="en-US" sz="2400" spc="70" dirty="0">
                <a:latin typeface="Tahoma"/>
                <a:cs typeface="Tahoma"/>
              </a:rPr>
              <a:t>for</a:t>
            </a:r>
            <a:r>
              <a:rPr lang="en-US" sz="2400" spc="-10" dirty="0">
                <a:latin typeface="Tahoma"/>
                <a:cs typeface="Tahoma"/>
              </a:rPr>
              <a:t> </a:t>
            </a:r>
            <a:r>
              <a:rPr lang="en-US" sz="2400" spc="55" dirty="0">
                <a:latin typeface="Tahoma"/>
                <a:cs typeface="Tahoma"/>
              </a:rPr>
              <a:t>identification</a:t>
            </a:r>
            <a:r>
              <a:rPr lang="en-US" sz="2400" spc="-10" dirty="0">
                <a:latin typeface="Tahoma"/>
                <a:cs typeface="Tahoma"/>
              </a:rPr>
              <a:t> </a:t>
            </a:r>
            <a:r>
              <a:rPr lang="en-US" sz="2400" spc="114" dirty="0">
                <a:latin typeface="Tahoma"/>
                <a:cs typeface="Tahoma"/>
              </a:rPr>
              <a:t>and</a:t>
            </a:r>
            <a:r>
              <a:rPr lang="en-US" sz="2400" spc="-5" dirty="0">
                <a:latin typeface="Tahoma"/>
                <a:cs typeface="Tahoma"/>
              </a:rPr>
              <a:t> </a:t>
            </a:r>
            <a:r>
              <a:rPr lang="en-US" sz="2400" spc="114" dirty="0">
                <a:latin typeface="Tahoma"/>
                <a:cs typeface="Tahoma"/>
              </a:rPr>
              <a:t>access </a:t>
            </a:r>
            <a:r>
              <a:rPr lang="en-US" sz="2400" spc="-675" dirty="0">
                <a:latin typeface="Tahoma"/>
                <a:cs typeface="Tahoma"/>
              </a:rPr>
              <a:t> </a:t>
            </a:r>
            <a:r>
              <a:rPr lang="en-US" sz="2400" spc="185" dirty="0">
                <a:latin typeface="Tahoma"/>
                <a:cs typeface="Tahoma"/>
              </a:rPr>
              <a:t>control, </a:t>
            </a:r>
            <a:r>
              <a:rPr lang="en-US" sz="2400" spc="160" dirty="0">
                <a:latin typeface="Tahoma"/>
                <a:cs typeface="Tahoma"/>
              </a:rPr>
              <a:t>or </a:t>
            </a:r>
            <a:r>
              <a:rPr lang="en-US" sz="2400" spc="190" dirty="0">
                <a:latin typeface="Tahoma"/>
                <a:cs typeface="Tahoma"/>
              </a:rPr>
              <a:t>for </a:t>
            </a:r>
            <a:r>
              <a:rPr lang="en-US" sz="2400" spc="220" dirty="0">
                <a:latin typeface="Tahoma"/>
                <a:cs typeface="Tahoma"/>
              </a:rPr>
              <a:t>identifying </a:t>
            </a:r>
            <a:r>
              <a:rPr lang="en-US" sz="2400" spc="215" dirty="0">
                <a:latin typeface="Tahoma"/>
                <a:cs typeface="Tahoma"/>
              </a:rPr>
              <a:t>individuals </a:t>
            </a:r>
            <a:r>
              <a:rPr lang="en-US" sz="2400" spc="175" dirty="0">
                <a:latin typeface="Tahoma"/>
                <a:cs typeface="Tahoma"/>
              </a:rPr>
              <a:t>who </a:t>
            </a:r>
            <a:r>
              <a:rPr lang="en-US" sz="2400" spc="210" dirty="0">
                <a:latin typeface="Tahoma"/>
                <a:cs typeface="Tahoma"/>
              </a:rPr>
              <a:t>are under </a:t>
            </a:r>
            <a:r>
              <a:rPr lang="en-US" sz="2400" spc="215" dirty="0">
                <a:latin typeface="Tahoma"/>
                <a:cs typeface="Tahoma"/>
              </a:rPr>
              <a:t> </a:t>
            </a:r>
            <a:r>
              <a:rPr lang="en-US" sz="2400" dirty="0">
                <a:latin typeface="Tahoma"/>
                <a:cs typeface="Tahoma"/>
              </a:rPr>
              <a:t>surveillance.</a:t>
            </a:r>
          </a:p>
          <a:p>
            <a:pPr marL="286385" marR="5080" indent="-274320" algn="just">
              <a:lnSpc>
                <a:spcPts val="2380"/>
              </a:lnSpc>
              <a:spcBef>
                <a:spcPts val="515"/>
              </a:spcBef>
              <a:buClr>
                <a:srgbClr val="0AD0D9"/>
              </a:buClr>
              <a:buSzPct val="95454"/>
              <a:buFont typeface="Wingdings"/>
              <a:buChar char=""/>
              <a:tabLst>
                <a:tab pos="362585" algn="l"/>
              </a:tabLst>
            </a:pPr>
            <a:endParaRPr lang="en-US" sz="2400" dirty="0">
              <a:latin typeface="Tahoma"/>
              <a:cs typeface="Tahoma"/>
            </a:endParaRPr>
          </a:p>
          <a:p>
            <a:pPr marL="286385" marR="5080" indent="-274320" algn="just">
              <a:lnSpc>
                <a:spcPts val="2380"/>
              </a:lnSpc>
              <a:spcBef>
                <a:spcPts val="509"/>
              </a:spcBef>
              <a:buClr>
                <a:srgbClr val="0AD0D9"/>
              </a:buClr>
              <a:buSzPct val="95454"/>
              <a:buFont typeface="Wingdings"/>
              <a:buChar char=""/>
              <a:tabLst>
                <a:tab pos="287020" algn="l"/>
              </a:tabLst>
            </a:pPr>
            <a:r>
              <a:rPr lang="en-US" sz="2400" spc="60" dirty="0">
                <a:latin typeface="Tahoma"/>
                <a:cs typeface="Tahoma"/>
              </a:rPr>
              <a:t>The</a:t>
            </a:r>
            <a:r>
              <a:rPr lang="en-US" sz="2400" spc="20" dirty="0">
                <a:latin typeface="Tahoma"/>
                <a:cs typeface="Tahoma"/>
              </a:rPr>
              <a:t> </a:t>
            </a:r>
            <a:r>
              <a:rPr lang="en-US" sz="2400" spc="110" dirty="0">
                <a:latin typeface="Tahoma"/>
                <a:cs typeface="Tahoma"/>
              </a:rPr>
              <a:t>basic</a:t>
            </a:r>
            <a:r>
              <a:rPr lang="en-US" sz="2400" spc="30" dirty="0">
                <a:latin typeface="Tahoma"/>
                <a:cs typeface="Tahoma"/>
              </a:rPr>
              <a:t> </a:t>
            </a:r>
            <a:r>
              <a:rPr lang="en-US" sz="2400" spc="95" dirty="0">
                <a:latin typeface="Tahoma"/>
                <a:cs typeface="Tahoma"/>
              </a:rPr>
              <a:t>premise</a:t>
            </a:r>
            <a:r>
              <a:rPr lang="en-US" sz="2400" spc="35" dirty="0">
                <a:latin typeface="Tahoma"/>
                <a:cs typeface="Tahoma"/>
              </a:rPr>
              <a:t> </a:t>
            </a:r>
            <a:r>
              <a:rPr lang="en-US" sz="2400" spc="90" dirty="0">
                <a:latin typeface="Tahoma"/>
                <a:cs typeface="Tahoma"/>
              </a:rPr>
              <a:t>of</a:t>
            </a:r>
            <a:r>
              <a:rPr lang="en-US" sz="2400" spc="35" dirty="0">
                <a:latin typeface="Tahoma"/>
                <a:cs typeface="Tahoma"/>
              </a:rPr>
              <a:t> </a:t>
            </a:r>
            <a:r>
              <a:rPr lang="en-US" sz="2400" spc="90" dirty="0">
                <a:latin typeface="Tahoma"/>
                <a:cs typeface="Tahoma"/>
              </a:rPr>
              <a:t>biometric</a:t>
            </a:r>
            <a:r>
              <a:rPr lang="en-US" sz="2400" spc="40" dirty="0">
                <a:latin typeface="Tahoma"/>
                <a:cs typeface="Tahoma"/>
              </a:rPr>
              <a:t> </a:t>
            </a:r>
            <a:r>
              <a:rPr lang="en-US" sz="2400" spc="80" dirty="0">
                <a:latin typeface="Tahoma"/>
                <a:cs typeface="Tahoma"/>
              </a:rPr>
              <a:t>authentication</a:t>
            </a:r>
            <a:r>
              <a:rPr lang="en-US" sz="2400" spc="40" dirty="0">
                <a:latin typeface="Tahoma"/>
                <a:cs typeface="Tahoma"/>
              </a:rPr>
              <a:t> </a:t>
            </a:r>
            <a:r>
              <a:rPr lang="en-US" sz="2400" spc="20" dirty="0">
                <a:latin typeface="Tahoma"/>
                <a:cs typeface="Tahoma"/>
              </a:rPr>
              <a:t>is</a:t>
            </a:r>
            <a:r>
              <a:rPr lang="en-US" sz="2400" spc="40" dirty="0">
                <a:latin typeface="Tahoma"/>
                <a:cs typeface="Tahoma"/>
              </a:rPr>
              <a:t> </a:t>
            </a:r>
            <a:r>
              <a:rPr lang="en-US" sz="2400" spc="60" dirty="0">
                <a:latin typeface="Tahoma"/>
                <a:cs typeface="Tahoma"/>
              </a:rPr>
              <a:t>that</a:t>
            </a:r>
            <a:r>
              <a:rPr lang="en-US" sz="2400" spc="35" dirty="0">
                <a:latin typeface="Tahoma"/>
                <a:cs typeface="Tahoma"/>
              </a:rPr>
              <a:t> </a:t>
            </a:r>
            <a:r>
              <a:rPr lang="en-US" sz="2400" spc="100" dirty="0">
                <a:latin typeface="Tahoma"/>
                <a:cs typeface="Tahoma"/>
              </a:rPr>
              <a:t>every </a:t>
            </a:r>
            <a:r>
              <a:rPr lang="en-US" sz="2400" spc="-675" dirty="0">
                <a:latin typeface="Tahoma"/>
                <a:cs typeface="Tahoma"/>
              </a:rPr>
              <a:t> </a:t>
            </a:r>
            <a:r>
              <a:rPr lang="en-US" sz="2400" spc="130" dirty="0">
                <a:latin typeface="Tahoma"/>
                <a:cs typeface="Tahoma"/>
              </a:rPr>
              <a:t>person </a:t>
            </a:r>
            <a:r>
              <a:rPr lang="en-US" sz="2400" spc="160" dirty="0">
                <a:latin typeface="Tahoma"/>
                <a:cs typeface="Tahoma"/>
              </a:rPr>
              <a:t>can </a:t>
            </a:r>
            <a:r>
              <a:rPr lang="en-US" sz="2400" spc="110" dirty="0">
                <a:latin typeface="Tahoma"/>
                <a:cs typeface="Tahoma"/>
              </a:rPr>
              <a:t>be </a:t>
            </a:r>
            <a:r>
              <a:rPr lang="en-US" sz="2400" spc="150" dirty="0">
                <a:latin typeface="Tahoma"/>
                <a:cs typeface="Tahoma"/>
              </a:rPr>
              <a:t>accurately </a:t>
            </a:r>
            <a:r>
              <a:rPr lang="en-US" sz="2400" spc="95" dirty="0">
                <a:latin typeface="Tahoma"/>
                <a:cs typeface="Tahoma"/>
              </a:rPr>
              <a:t>identified </a:t>
            </a:r>
            <a:r>
              <a:rPr lang="en-US" sz="2400" spc="160" dirty="0">
                <a:latin typeface="Tahoma"/>
                <a:cs typeface="Tahoma"/>
              </a:rPr>
              <a:t>by </a:t>
            </a:r>
            <a:r>
              <a:rPr lang="en-US" sz="2400" spc="60" dirty="0">
                <a:latin typeface="Tahoma"/>
                <a:cs typeface="Tahoma"/>
              </a:rPr>
              <a:t>his </a:t>
            </a:r>
            <a:r>
              <a:rPr lang="en-US" sz="2400" spc="100" dirty="0">
                <a:latin typeface="Tahoma"/>
                <a:cs typeface="Tahoma"/>
              </a:rPr>
              <a:t>or </a:t>
            </a:r>
            <a:r>
              <a:rPr lang="en-US" sz="2400" spc="85" dirty="0">
                <a:latin typeface="Tahoma"/>
                <a:cs typeface="Tahoma"/>
              </a:rPr>
              <a:t>her </a:t>
            </a:r>
            <a:r>
              <a:rPr lang="en-US" sz="2400" spc="90" dirty="0">
                <a:latin typeface="Tahoma"/>
                <a:cs typeface="Tahoma"/>
              </a:rPr>
              <a:t>intrinsic </a:t>
            </a:r>
            <a:r>
              <a:rPr lang="en-US" sz="2400" spc="-680" dirty="0">
                <a:latin typeface="Tahoma"/>
                <a:cs typeface="Tahoma"/>
              </a:rPr>
              <a:t> </a:t>
            </a:r>
            <a:r>
              <a:rPr lang="en-US" sz="2400" spc="55" dirty="0">
                <a:latin typeface="Tahoma"/>
                <a:cs typeface="Tahoma"/>
              </a:rPr>
              <a:t>physical</a:t>
            </a:r>
            <a:r>
              <a:rPr lang="en-US" sz="2400" spc="-100" dirty="0">
                <a:latin typeface="Tahoma"/>
                <a:cs typeface="Tahoma"/>
              </a:rPr>
              <a:t> </a:t>
            </a:r>
            <a:r>
              <a:rPr lang="en-US" sz="2400" spc="55" dirty="0">
                <a:latin typeface="Tahoma"/>
                <a:cs typeface="Tahoma"/>
              </a:rPr>
              <a:t>or</a:t>
            </a:r>
            <a:r>
              <a:rPr lang="en-US" sz="2400" spc="-95" dirty="0">
                <a:latin typeface="Tahoma"/>
                <a:cs typeface="Tahoma"/>
              </a:rPr>
              <a:t> </a:t>
            </a:r>
            <a:r>
              <a:rPr lang="en-US" sz="2400" spc="50" dirty="0">
                <a:latin typeface="Tahoma"/>
                <a:cs typeface="Tahoma"/>
              </a:rPr>
              <a:t>behavioral</a:t>
            </a:r>
            <a:r>
              <a:rPr lang="en-US" sz="2400" spc="-95" dirty="0">
                <a:latin typeface="Tahoma"/>
                <a:cs typeface="Tahoma"/>
              </a:rPr>
              <a:t> </a:t>
            </a:r>
            <a:r>
              <a:rPr lang="en-US" sz="2400" spc="-40" dirty="0">
                <a:latin typeface="Tahoma"/>
                <a:cs typeface="Tahoma"/>
              </a:rPr>
              <a:t>traits.</a:t>
            </a:r>
            <a:endParaRPr lang="en-US" sz="2400" dirty="0">
              <a:latin typeface="Tahoma"/>
              <a:cs typeface="Tahoma"/>
            </a:endParaRPr>
          </a:p>
          <a:p>
            <a:endParaRPr lang="en-US" sz="2400" dirty="0"/>
          </a:p>
        </p:txBody>
      </p:sp>
    </p:spTree>
    <p:extLst>
      <p:ext uri="{BB962C8B-B14F-4D97-AF65-F5344CB8AC3E}">
        <p14:creationId xmlns:p14="http://schemas.microsoft.com/office/powerpoint/2010/main" val="1122342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3C914-FD28-5834-6918-E0555DC48352}"/>
              </a:ext>
            </a:extLst>
          </p:cNvPr>
          <p:cNvSpPr>
            <a:spLocks noGrp="1"/>
          </p:cNvSpPr>
          <p:nvPr>
            <p:ph type="title"/>
          </p:nvPr>
        </p:nvSpPr>
        <p:spPr/>
        <p:txBody>
          <a:bodyPr/>
          <a:lstStyle/>
          <a:p>
            <a:r>
              <a:rPr lang="en-US" b="1" spc="-80" dirty="0"/>
              <a:t>B</a:t>
            </a:r>
            <a:r>
              <a:rPr lang="en-US" b="1" spc="-150" dirty="0"/>
              <a:t>i</a:t>
            </a:r>
            <a:r>
              <a:rPr lang="en-US" b="1" spc="-40" dirty="0"/>
              <a:t>o</a:t>
            </a:r>
            <a:r>
              <a:rPr lang="en-US" b="1" spc="-140" dirty="0"/>
              <a:t>m</a:t>
            </a:r>
            <a:r>
              <a:rPr lang="en-US" b="1" spc="-105" dirty="0"/>
              <a:t>e</a:t>
            </a:r>
            <a:r>
              <a:rPr lang="en-US" b="1" spc="-170" dirty="0"/>
              <a:t>t</a:t>
            </a:r>
            <a:r>
              <a:rPr lang="en-US" b="1" spc="-130" dirty="0"/>
              <a:t>r</a:t>
            </a:r>
            <a:r>
              <a:rPr lang="en-US" b="1" spc="-150" dirty="0"/>
              <a:t>i</a:t>
            </a:r>
            <a:r>
              <a:rPr lang="en-US" b="1" spc="-25" dirty="0"/>
              <a:t>c</a:t>
            </a:r>
            <a:r>
              <a:rPr lang="en-US" b="1" spc="-165" dirty="0"/>
              <a:t> </a:t>
            </a:r>
            <a:r>
              <a:rPr lang="en-US" b="1" spc="-20" dirty="0"/>
              <a:t>P</a:t>
            </a:r>
            <a:r>
              <a:rPr lang="en-US" b="1" spc="-15" dirty="0"/>
              <a:t>a</a:t>
            </a:r>
            <a:r>
              <a:rPr lang="en-US" b="1" spc="-125" dirty="0"/>
              <a:t>ss</a:t>
            </a:r>
            <a:r>
              <a:rPr lang="en-US" b="1" spc="-160" dirty="0"/>
              <a:t>w</a:t>
            </a:r>
            <a:r>
              <a:rPr lang="en-US" b="1" spc="-40" dirty="0"/>
              <a:t>o</a:t>
            </a:r>
            <a:r>
              <a:rPr lang="en-US" b="1" spc="-130" dirty="0"/>
              <a:t>r</a:t>
            </a:r>
            <a:r>
              <a:rPr lang="en-US" b="1" spc="-65" dirty="0"/>
              <a:t>d</a:t>
            </a:r>
            <a:endParaRPr lang="en-US" dirty="0"/>
          </a:p>
        </p:txBody>
      </p:sp>
      <p:sp>
        <p:nvSpPr>
          <p:cNvPr id="3" name="Content Placeholder 2">
            <a:extLst>
              <a:ext uri="{FF2B5EF4-FFF2-40B4-BE49-F238E27FC236}">
                <a16:creationId xmlns:a16="http://schemas.microsoft.com/office/drawing/2014/main" id="{622A2AAC-614D-F4DF-84DE-85C84CDD0D35}"/>
              </a:ext>
            </a:extLst>
          </p:cNvPr>
          <p:cNvSpPr>
            <a:spLocks noGrp="1"/>
          </p:cNvSpPr>
          <p:nvPr>
            <p:ph idx="1"/>
          </p:nvPr>
        </p:nvSpPr>
        <p:spPr/>
        <p:txBody>
          <a:bodyPr/>
          <a:lstStyle/>
          <a:p>
            <a:pPr marL="286385" marR="5080" indent="-274320" algn="just">
              <a:lnSpc>
                <a:spcPts val="2380"/>
              </a:lnSpc>
              <a:spcBef>
                <a:spcPts val="509"/>
              </a:spcBef>
              <a:buClr>
                <a:srgbClr val="0AD0D9"/>
              </a:buClr>
              <a:buSzPct val="95454"/>
              <a:buFont typeface="Wingdings"/>
              <a:buChar char=""/>
              <a:tabLst>
                <a:tab pos="287020" algn="l"/>
              </a:tabLst>
            </a:pPr>
            <a:r>
              <a:rPr lang="en-US" spc="204" dirty="0">
                <a:latin typeface="Tahoma"/>
                <a:cs typeface="Tahoma"/>
              </a:rPr>
              <a:t>Authentication </a:t>
            </a:r>
            <a:r>
              <a:rPr lang="en-US" spc="210" dirty="0">
                <a:latin typeface="Tahoma"/>
                <a:cs typeface="Tahoma"/>
              </a:rPr>
              <a:t>by </a:t>
            </a:r>
            <a:r>
              <a:rPr lang="en-US" spc="215" dirty="0">
                <a:latin typeface="Tahoma"/>
                <a:cs typeface="Tahoma"/>
              </a:rPr>
              <a:t>biometric </a:t>
            </a:r>
            <a:r>
              <a:rPr lang="en-US" spc="210" dirty="0">
                <a:latin typeface="Tahoma"/>
                <a:cs typeface="Tahoma"/>
              </a:rPr>
              <a:t>verification </a:t>
            </a:r>
            <a:r>
              <a:rPr lang="en-US" spc="90" dirty="0">
                <a:latin typeface="Tahoma"/>
                <a:cs typeface="Tahoma"/>
              </a:rPr>
              <a:t>is </a:t>
            </a:r>
            <a:r>
              <a:rPr lang="en-US" spc="250" dirty="0">
                <a:latin typeface="Tahoma"/>
                <a:cs typeface="Tahoma"/>
              </a:rPr>
              <a:t>becoming </a:t>
            </a:r>
            <a:r>
              <a:rPr lang="en-US" spc="-675" dirty="0">
                <a:latin typeface="Tahoma"/>
                <a:cs typeface="Tahoma"/>
              </a:rPr>
              <a:t> </a:t>
            </a:r>
            <a:r>
              <a:rPr lang="en-US" spc="185" dirty="0">
                <a:latin typeface="Tahoma"/>
                <a:cs typeface="Tahoma"/>
              </a:rPr>
              <a:t>increasingly </a:t>
            </a:r>
            <a:r>
              <a:rPr lang="en-US" spc="235" dirty="0">
                <a:latin typeface="Tahoma"/>
                <a:cs typeface="Tahoma"/>
              </a:rPr>
              <a:t>common </a:t>
            </a:r>
            <a:r>
              <a:rPr lang="en-US" spc="65" dirty="0">
                <a:latin typeface="Tahoma"/>
                <a:cs typeface="Tahoma"/>
              </a:rPr>
              <a:t>in </a:t>
            </a:r>
            <a:r>
              <a:rPr lang="en-US" spc="204" dirty="0">
                <a:latin typeface="Tahoma"/>
                <a:cs typeface="Tahoma"/>
              </a:rPr>
              <a:t>corporate </a:t>
            </a:r>
            <a:r>
              <a:rPr lang="en-US" spc="195" dirty="0">
                <a:latin typeface="Tahoma"/>
                <a:cs typeface="Tahoma"/>
              </a:rPr>
              <a:t>and </a:t>
            </a:r>
            <a:r>
              <a:rPr lang="en-US" spc="170" dirty="0">
                <a:latin typeface="Tahoma"/>
                <a:cs typeface="Tahoma"/>
              </a:rPr>
              <a:t>public security </a:t>
            </a:r>
            <a:r>
              <a:rPr lang="en-US" spc="-675" dirty="0">
                <a:latin typeface="Tahoma"/>
                <a:cs typeface="Tahoma"/>
              </a:rPr>
              <a:t> </a:t>
            </a:r>
            <a:r>
              <a:rPr lang="en-US" spc="10" dirty="0">
                <a:latin typeface="Tahoma"/>
                <a:cs typeface="Tahoma"/>
              </a:rPr>
              <a:t>systems,</a:t>
            </a:r>
            <a:r>
              <a:rPr lang="en-US" spc="-95" dirty="0">
                <a:latin typeface="Tahoma"/>
                <a:cs typeface="Tahoma"/>
              </a:rPr>
              <a:t> </a:t>
            </a:r>
            <a:r>
              <a:rPr lang="en-US" spc="60" dirty="0">
                <a:latin typeface="Tahoma"/>
                <a:cs typeface="Tahoma"/>
              </a:rPr>
              <a:t>consumer</a:t>
            </a:r>
            <a:r>
              <a:rPr lang="en-US" spc="-90" dirty="0">
                <a:latin typeface="Tahoma"/>
                <a:cs typeface="Tahoma"/>
              </a:rPr>
              <a:t> </a:t>
            </a:r>
            <a:r>
              <a:rPr lang="en-US" spc="30" dirty="0">
                <a:latin typeface="Tahoma"/>
                <a:cs typeface="Tahoma"/>
              </a:rPr>
              <a:t>electronics</a:t>
            </a:r>
            <a:r>
              <a:rPr lang="en-US" spc="-85" dirty="0">
                <a:latin typeface="Tahoma"/>
                <a:cs typeface="Tahoma"/>
              </a:rPr>
              <a:t> </a:t>
            </a:r>
            <a:r>
              <a:rPr lang="en-US" spc="90" dirty="0">
                <a:latin typeface="Tahoma"/>
                <a:cs typeface="Tahoma"/>
              </a:rPr>
              <a:t>and</a:t>
            </a:r>
            <a:r>
              <a:rPr lang="en-US" spc="-85" dirty="0">
                <a:latin typeface="Tahoma"/>
                <a:cs typeface="Tahoma"/>
              </a:rPr>
              <a:t> </a:t>
            </a:r>
            <a:r>
              <a:rPr lang="en-US" spc="40" dirty="0">
                <a:latin typeface="Tahoma"/>
                <a:cs typeface="Tahoma"/>
              </a:rPr>
              <a:t>point-of-sale</a:t>
            </a:r>
            <a:r>
              <a:rPr lang="en-US" spc="-90" dirty="0">
                <a:latin typeface="Tahoma"/>
                <a:cs typeface="Tahoma"/>
              </a:rPr>
              <a:t> </a:t>
            </a:r>
            <a:r>
              <a:rPr lang="en-US" spc="20" dirty="0">
                <a:latin typeface="Tahoma"/>
                <a:cs typeface="Tahoma"/>
              </a:rPr>
              <a:t>applications.</a:t>
            </a:r>
          </a:p>
          <a:p>
            <a:pPr marL="286385" marR="5080" indent="-274320" algn="just">
              <a:lnSpc>
                <a:spcPts val="2380"/>
              </a:lnSpc>
              <a:spcBef>
                <a:spcPts val="509"/>
              </a:spcBef>
              <a:buClr>
                <a:srgbClr val="0AD0D9"/>
              </a:buClr>
              <a:buSzPct val="95454"/>
              <a:buFont typeface="Wingdings"/>
              <a:buChar char=""/>
              <a:tabLst>
                <a:tab pos="287020" algn="l"/>
              </a:tabLst>
            </a:pPr>
            <a:endParaRPr lang="en-US" dirty="0">
              <a:latin typeface="Tahoma"/>
              <a:cs typeface="Tahoma"/>
            </a:endParaRPr>
          </a:p>
          <a:p>
            <a:pPr marL="286385" marR="5080" indent="-274320" algn="just">
              <a:lnSpc>
                <a:spcPts val="2380"/>
              </a:lnSpc>
              <a:spcBef>
                <a:spcPts val="509"/>
              </a:spcBef>
              <a:buClr>
                <a:srgbClr val="0AD0D9"/>
              </a:buClr>
              <a:buSzPct val="95454"/>
              <a:buFont typeface="Wingdings"/>
              <a:buChar char=""/>
              <a:tabLst>
                <a:tab pos="287020" algn="l"/>
              </a:tabLst>
            </a:pPr>
            <a:r>
              <a:rPr lang="en-US" spc="-90" dirty="0">
                <a:latin typeface="Tahoma"/>
                <a:cs typeface="Tahoma"/>
              </a:rPr>
              <a:t>In </a:t>
            </a:r>
            <a:r>
              <a:rPr lang="en-US" spc="125" dirty="0">
                <a:latin typeface="Tahoma"/>
                <a:cs typeface="Tahoma"/>
              </a:rPr>
              <a:t>addition </a:t>
            </a:r>
            <a:r>
              <a:rPr lang="en-US" spc="75" dirty="0">
                <a:latin typeface="Tahoma"/>
                <a:cs typeface="Tahoma"/>
              </a:rPr>
              <a:t>to </a:t>
            </a:r>
            <a:r>
              <a:rPr lang="en-US" spc="80" dirty="0">
                <a:latin typeface="Tahoma"/>
                <a:cs typeface="Tahoma"/>
              </a:rPr>
              <a:t>security, </a:t>
            </a:r>
            <a:r>
              <a:rPr lang="en-US" spc="65" dirty="0">
                <a:latin typeface="Tahoma"/>
                <a:cs typeface="Tahoma"/>
              </a:rPr>
              <a:t>the </a:t>
            </a:r>
            <a:r>
              <a:rPr lang="en-US" spc="114" dirty="0">
                <a:latin typeface="Tahoma"/>
                <a:cs typeface="Tahoma"/>
              </a:rPr>
              <a:t>driving </a:t>
            </a:r>
            <a:r>
              <a:rPr lang="en-US" spc="135" dirty="0">
                <a:latin typeface="Tahoma"/>
                <a:cs typeface="Tahoma"/>
              </a:rPr>
              <a:t>force </a:t>
            </a:r>
            <a:r>
              <a:rPr lang="en-US" spc="114" dirty="0">
                <a:latin typeface="Tahoma"/>
                <a:cs typeface="Tahoma"/>
              </a:rPr>
              <a:t>behind </a:t>
            </a:r>
            <a:r>
              <a:rPr lang="en-US" spc="125" dirty="0">
                <a:latin typeface="Tahoma"/>
                <a:cs typeface="Tahoma"/>
              </a:rPr>
              <a:t>biometric </a:t>
            </a:r>
            <a:r>
              <a:rPr lang="en-US" spc="-675" dirty="0">
                <a:latin typeface="Tahoma"/>
                <a:cs typeface="Tahoma"/>
              </a:rPr>
              <a:t> </a:t>
            </a:r>
          </a:p>
          <a:p>
            <a:pPr marL="12065" marR="5080" indent="0" algn="just">
              <a:lnSpc>
                <a:spcPts val="2380"/>
              </a:lnSpc>
              <a:spcBef>
                <a:spcPts val="509"/>
              </a:spcBef>
              <a:buClr>
                <a:srgbClr val="0AD0D9"/>
              </a:buClr>
              <a:buSzPct val="95454"/>
              <a:buNone/>
              <a:tabLst>
                <a:tab pos="287020" algn="l"/>
              </a:tabLst>
            </a:pPr>
            <a:r>
              <a:rPr lang="en-US" spc="40" dirty="0">
                <a:latin typeface="Tahoma"/>
                <a:cs typeface="Tahoma"/>
              </a:rPr>
              <a:t>v</a:t>
            </a:r>
            <a:r>
              <a:rPr lang="en-US" spc="-360" dirty="0">
                <a:latin typeface="Tahoma"/>
                <a:cs typeface="Tahoma"/>
              </a:rPr>
              <a:t> </a:t>
            </a:r>
            <a:r>
              <a:rPr lang="en-US" spc="40" dirty="0">
                <a:latin typeface="Tahoma"/>
                <a:cs typeface="Tahoma"/>
              </a:rPr>
              <a:t>e</a:t>
            </a:r>
            <a:r>
              <a:rPr lang="en-US" spc="-365" dirty="0">
                <a:latin typeface="Tahoma"/>
                <a:cs typeface="Tahoma"/>
              </a:rPr>
              <a:t> </a:t>
            </a:r>
            <a:r>
              <a:rPr lang="en-US" spc="15" dirty="0">
                <a:latin typeface="Tahoma"/>
                <a:cs typeface="Tahoma"/>
              </a:rPr>
              <a:t>r</a:t>
            </a:r>
            <a:r>
              <a:rPr lang="en-US" spc="-365" dirty="0">
                <a:latin typeface="Tahoma"/>
                <a:cs typeface="Tahoma"/>
              </a:rPr>
              <a:t> </a:t>
            </a:r>
            <a:r>
              <a:rPr lang="en-US" spc="-55" dirty="0" err="1">
                <a:latin typeface="Tahoma"/>
                <a:cs typeface="Tahoma"/>
              </a:rPr>
              <a:t>i</a:t>
            </a:r>
            <a:r>
              <a:rPr lang="en-US" spc="-360" dirty="0">
                <a:latin typeface="Tahoma"/>
                <a:cs typeface="Tahoma"/>
              </a:rPr>
              <a:t> </a:t>
            </a:r>
            <a:r>
              <a:rPr lang="en-US" spc="25" dirty="0">
                <a:latin typeface="Tahoma"/>
                <a:cs typeface="Tahoma"/>
              </a:rPr>
              <a:t>f</a:t>
            </a:r>
            <a:r>
              <a:rPr lang="en-US" spc="-365" dirty="0">
                <a:latin typeface="Tahoma"/>
                <a:cs typeface="Tahoma"/>
              </a:rPr>
              <a:t> </a:t>
            </a:r>
            <a:r>
              <a:rPr lang="en-US" spc="-55" dirty="0" err="1">
                <a:latin typeface="Tahoma"/>
                <a:cs typeface="Tahoma"/>
              </a:rPr>
              <a:t>i</a:t>
            </a:r>
            <a:r>
              <a:rPr lang="en-US" spc="-360" dirty="0">
                <a:latin typeface="Tahoma"/>
                <a:cs typeface="Tahoma"/>
              </a:rPr>
              <a:t> </a:t>
            </a:r>
            <a:r>
              <a:rPr lang="en-US" spc="110" dirty="0">
                <a:latin typeface="Tahoma"/>
                <a:cs typeface="Tahoma"/>
              </a:rPr>
              <a:t>c</a:t>
            </a:r>
            <a:r>
              <a:rPr lang="en-US" spc="-360" dirty="0">
                <a:latin typeface="Tahoma"/>
                <a:cs typeface="Tahoma"/>
              </a:rPr>
              <a:t> </a:t>
            </a:r>
            <a:r>
              <a:rPr lang="en-US" spc="150" dirty="0">
                <a:latin typeface="Tahoma"/>
                <a:cs typeface="Tahoma"/>
              </a:rPr>
              <a:t>a</a:t>
            </a:r>
            <a:r>
              <a:rPr lang="en-US" spc="-360" dirty="0">
                <a:latin typeface="Tahoma"/>
                <a:cs typeface="Tahoma"/>
              </a:rPr>
              <a:t> </a:t>
            </a:r>
            <a:r>
              <a:rPr lang="en-US" spc="-45" dirty="0">
                <a:latin typeface="Tahoma"/>
                <a:cs typeface="Tahoma"/>
              </a:rPr>
              <a:t>t</a:t>
            </a:r>
            <a:r>
              <a:rPr lang="en-US" spc="-365" dirty="0">
                <a:latin typeface="Tahoma"/>
                <a:cs typeface="Tahoma"/>
              </a:rPr>
              <a:t> </a:t>
            </a:r>
            <a:r>
              <a:rPr lang="en-US" spc="-55" dirty="0" err="1">
                <a:latin typeface="Tahoma"/>
                <a:cs typeface="Tahoma"/>
              </a:rPr>
              <a:t>i</a:t>
            </a:r>
            <a:r>
              <a:rPr lang="en-US" spc="-360" dirty="0">
                <a:latin typeface="Tahoma"/>
                <a:cs typeface="Tahoma"/>
              </a:rPr>
              <a:t> </a:t>
            </a:r>
            <a:r>
              <a:rPr lang="en-US" spc="95" dirty="0">
                <a:latin typeface="Tahoma"/>
                <a:cs typeface="Tahoma"/>
              </a:rPr>
              <a:t>o</a:t>
            </a:r>
            <a:r>
              <a:rPr lang="en-US" spc="-365" dirty="0">
                <a:latin typeface="Tahoma"/>
                <a:cs typeface="Tahoma"/>
              </a:rPr>
              <a:t> </a:t>
            </a:r>
            <a:r>
              <a:rPr lang="en-US" spc="25" dirty="0">
                <a:latin typeface="Tahoma"/>
                <a:cs typeface="Tahoma"/>
              </a:rPr>
              <a:t>n</a:t>
            </a:r>
            <a:r>
              <a:rPr lang="en-US" spc="560" dirty="0">
                <a:latin typeface="Tahoma"/>
                <a:cs typeface="Tahoma"/>
              </a:rPr>
              <a:t> </a:t>
            </a:r>
            <a:r>
              <a:rPr lang="en-US" spc="5" dirty="0">
                <a:latin typeface="Tahoma"/>
                <a:cs typeface="Tahoma"/>
              </a:rPr>
              <a:t>h</a:t>
            </a:r>
            <a:r>
              <a:rPr lang="en-US" spc="-365" dirty="0">
                <a:latin typeface="Tahoma"/>
                <a:cs typeface="Tahoma"/>
              </a:rPr>
              <a:t> </a:t>
            </a:r>
            <a:r>
              <a:rPr lang="en-US" spc="150" dirty="0">
                <a:latin typeface="Tahoma"/>
                <a:cs typeface="Tahoma"/>
              </a:rPr>
              <a:t>a</a:t>
            </a:r>
            <a:r>
              <a:rPr lang="en-US" spc="-360" dirty="0">
                <a:latin typeface="Tahoma"/>
                <a:cs typeface="Tahoma"/>
              </a:rPr>
              <a:t> </a:t>
            </a:r>
            <a:r>
              <a:rPr lang="en-US" spc="35" dirty="0">
                <a:latin typeface="Tahoma"/>
                <a:cs typeface="Tahoma"/>
              </a:rPr>
              <a:t>s</a:t>
            </a:r>
            <a:r>
              <a:rPr lang="en-US" spc="560" dirty="0">
                <a:latin typeface="Tahoma"/>
                <a:cs typeface="Tahoma"/>
              </a:rPr>
              <a:t> </a:t>
            </a:r>
            <a:r>
              <a:rPr lang="en-US" spc="90" dirty="0">
                <a:latin typeface="Tahoma"/>
                <a:cs typeface="Tahoma"/>
              </a:rPr>
              <a:t>b</a:t>
            </a:r>
            <a:r>
              <a:rPr lang="en-US" spc="-360" dirty="0">
                <a:latin typeface="Tahoma"/>
                <a:cs typeface="Tahoma"/>
              </a:rPr>
              <a:t> </a:t>
            </a:r>
            <a:r>
              <a:rPr lang="en-US" spc="40" dirty="0">
                <a:latin typeface="Tahoma"/>
                <a:cs typeface="Tahoma"/>
              </a:rPr>
              <a:t>e</a:t>
            </a:r>
            <a:r>
              <a:rPr lang="en-US" spc="-365" dirty="0">
                <a:latin typeface="Tahoma"/>
                <a:cs typeface="Tahoma"/>
              </a:rPr>
              <a:t> </a:t>
            </a:r>
            <a:r>
              <a:rPr lang="en-US" spc="40" dirty="0" err="1">
                <a:latin typeface="Tahoma"/>
                <a:cs typeface="Tahoma"/>
              </a:rPr>
              <a:t>e</a:t>
            </a:r>
            <a:r>
              <a:rPr lang="en-US" spc="-365" dirty="0">
                <a:latin typeface="Tahoma"/>
                <a:cs typeface="Tahoma"/>
              </a:rPr>
              <a:t> </a:t>
            </a:r>
            <a:r>
              <a:rPr lang="en-US" spc="25" dirty="0">
                <a:latin typeface="Tahoma"/>
                <a:cs typeface="Tahoma"/>
              </a:rPr>
              <a:t>n</a:t>
            </a:r>
            <a:r>
              <a:rPr lang="en-US" spc="560" dirty="0">
                <a:latin typeface="Tahoma"/>
                <a:cs typeface="Tahoma"/>
              </a:rPr>
              <a:t> </a:t>
            </a:r>
            <a:r>
              <a:rPr lang="en-US" spc="110" dirty="0">
                <a:latin typeface="Tahoma"/>
                <a:cs typeface="Tahoma"/>
              </a:rPr>
              <a:t>c</a:t>
            </a:r>
            <a:r>
              <a:rPr lang="en-US" spc="-360" dirty="0">
                <a:latin typeface="Tahoma"/>
                <a:cs typeface="Tahoma"/>
              </a:rPr>
              <a:t> </a:t>
            </a:r>
            <a:r>
              <a:rPr lang="en-US" spc="95" dirty="0">
                <a:latin typeface="Tahoma"/>
                <a:cs typeface="Tahoma"/>
              </a:rPr>
              <a:t>o</a:t>
            </a:r>
            <a:r>
              <a:rPr lang="en-US" spc="-365" dirty="0">
                <a:latin typeface="Tahoma"/>
                <a:cs typeface="Tahoma"/>
              </a:rPr>
              <a:t> </a:t>
            </a:r>
            <a:r>
              <a:rPr lang="en-US" spc="25" dirty="0">
                <a:latin typeface="Tahoma"/>
                <a:cs typeface="Tahoma"/>
              </a:rPr>
              <a:t>n</a:t>
            </a:r>
            <a:r>
              <a:rPr lang="en-US" spc="-360" dirty="0">
                <a:latin typeface="Tahoma"/>
                <a:cs typeface="Tahoma"/>
              </a:rPr>
              <a:t> </a:t>
            </a:r>
            <a:r>
              <a:rPr lang="en-US" spc="40" dirty="0">
                <a:latin typeface="Tahoma"/>
                <a:cs typeface="Tahoma"/>
              </a:rPr>
              <a:t>v</a:t>
            </a:r>
            <a:r>
              <a:rPr lang="en-US" spc="-360" dirty="0">
                <a:latin typeface="Tahoma"/>
                <a:cs typeface="Tahoma"/>
              </a:rPr>
              <a:t> </a:t>
            </a:r>
            <a:r>
              <a:rPr lang="en-US" spc="40" dirty="0">
                <a:latin typeface="Tahoma"/>
                <a:cs typeface="Tahoma"/>
              </a:rPr>
              <a:t>e</a:t>
            </a:r>
            <a:r>
              <a:rPr lang="en-US" spc="-365" dirty="0">
                <a:latin typeface="Tahoma"/>
                <a:cs typeface="Tahoma"/>
              </a:rPr>
              <a:t> </a:t>
            </a:r>
            <a:r>
              <a:rPr lang="en-US" spc="25" dirty="0">
                <a:latin typeface="Tahoma"/>
                <a:cs typeface="Tahoma"/>
              </a:rPr>
              <a:t>n</a:t>
            </a:r>
            <a:r>
              <a:rPr lang="en-US" spc="-360" dirty="0">
                <a:latin typeface="Tahoma"/>
                <a:cs typeface="Tahoma"/>
              </a:rPr>
              <a:t> </a:t>
            </a:r>
            <a:r>
              <a:rPr lang="en-US" spc="-55" dirty="0" err="1">
                <a:latin typeface="Tahoma"/>
                <a:cs typeface="Tahoma"/>
              </a:rPr>
              <a:t>i</a:t>
            </a:r>
            <a:r>
              <a:rPr lang="en-US" spc="-360" dirty="0">
                <a:latin typeface="Tahoma"/>
                <a:cs typeface="Tahoma"/>
              </a:rPr>
              <a:t> </a:t>
            </a:r>
            <a:r>
              <a:rPr lang="en-US" spc="40" dirty="0">
                <a:latin typeface="Tahoma"/>
                <a:cs typeface="Tahoma"/>
              </a:rPr>
              <a:t>e</a:t>
            </a:r>
            <a:r>
              <a:rPr lang="en-US" spc="-365" dirty="0">
                <a:latin typeface="Tahoma"/>
                <a:cs typeface="Tahoma"/>
              </a:rPr>
              <a:t> </a:t>
            </a:r>
            <a:r>
              <a:rPr lang="en-US" spc="25" dirty="0">
                <a:latin typeface="Tahoma"/>
                <a:cs typeface="Tahoma"/>
              </a:rPr>
              <a:t>n</a:t>
            </a:r>
            <a:r>
              <a:rPr lang="en-US" spc="-360" dirty="0">
                <a:latin typeface="Tahoma"/>
                <a:cs typeface="Tahoma"/>
              </a:rPr>
              <a:t> </a:t>
            </a:r>
            <a:r>
              <a:rPr lang="en-US" spc="110" dirty="0">
                <a:latin typeface="Tahoma"/>
                <a:cs typeface="Tahoma"/>
              </a:rPr>
              <a:t>c</a:t>
            </a:r>
            <a:r>
              <a:rPr lang="en-US" spc="-360" dirty="0">
                <a:latin typeface="Tahoma"/>
                <a:cs typeface="Tahoma"/>
              </a:rPr>
              <a:t> </a:t>
            </a:r>
            <a:r>
              <a:rPr lang="en-US" spc="40" dirty="0">
                <a:latin typeface="Tahoma"/>
                <a:cs typeface="Tahoma"/>
              </a:rPr>
              <a:t>e</a:t>
            </a:r>
            <a:r>
              <a:rPr lang="en-US" spc="-300" dirty="0">
                <a:latin typeface="Tahoma"/>
                <a:cs typeface="Tahoma"/>
              </a:rPr>
              <a:t>,</a:t>
            </a:r>
            <a:r>
              <a:rPr lang="en-US" spc="-204" dirty="0">
                <a:latin typeface="Tahoma"/>
                <a:cs typeface="Tahoma"/>
              </a:rPr>
              <a:t> </a:t>
            </a:r>
            <a:r>
              <a:rPr lang="en-US" spc="150" dirty="0">
                <a:latin typeface="Tahoma"/>
                <a:cs typeface="Tahoma"/>
              </a:rPr>
              <a:t>a</a:t>
            </a:r>
            <a:r>
              <a:rPr lang="en-US" spc="-355" dirty="0">
                <a:latin typeface="Tahoma"/>
                <a:cs typeface="Tahoma"/>
              </a:rPr>
              <a:t> </a:t>
            </a:r>
            <a:r>
              <a:rPr lang="en-US" spc="35" dirty="0">
                <a:latin typeface="Tahoma"/>
                <a:cs typeface="Tahoma"/>
              </a:rPr>
              <a:t>s</a:t>
            </a:r>
            <a:r>
              <a:rPr lang="en-US" spc="570" dirty="0">
                <a:latin typeface="Tahoma"/>
                <a:cs typeface="Tahoma"/>
              </a:rPr>
              <a:t> </a:t>
            </a:r>
            <a:r>
              <a:rPr lang="en-US" spc="-45" dirty="0">
                <a:latin typeface="Tahoma"/>
                <a:cs typeface="Tahoma"/>
              </a:rPr>
              <a:t>t</a:t>
            </a:r>
            <a:r>
              <a:rPr lang="en-US" spc="-360" dirty="0">
                <a:latin typeface="Tahoma"/>
                <a:cs typeface="Tahoma"/>
              </a:rPr>
              <a:t> </a:t>
            </a:r>
            <a:r>
              <a:rPr lang="en-US" spc="5" dirty="0">
                <a:latin typeface="Tahoma"/>
                <a:cs typeface="Tahoma"/>
              </a:rPr>
              <a:t>h</a:t>
            </a:r>
            <a:r>
              <a:rPr lang="en-US" spc="-360" dirty="0">
                <a:latin typeface="Tahoma"/>
                <a:cs typeface="Tahoma"/>
              </a:rPr>
              <a:t> </a:t>
            </a:r>
            <a:r>
              <a:rPr lang="en-US" spc="40" dirty="0">
                <a:latin typeface="Tahoma"/>
                <a:cs typeface="Tahoma"/>
              </a:rPr>
              <a:t>e</a:t>
            </a:r>
            <a:r>
              <a:rPr lang="en-US" spc="-360" dirty="0">
                <a:latin typeface="Tahoma"/>
                <a:cs typeface="Tahoma"/>
              </a:rPr>
              <a:t> </a:t>
            </a:r>
            <a:r>
              <a:rPr lang="en-US" spc="15" dirty="0">
                <a:latin typeface="Tahoma"/>
                <a:cs typeface="Tahoma"/>
              </a:rPr>
              <a:t>r</a:t>
            </a:r>
            <a:r>
              <a:rPr lang="en-US" spc="-360" dirty="0">
                <a:latin typeface="Tahoma"/>
                <a:cs typeface="Tahoma"/>
              </a:rPr>
              <a:t> </a:t>
            </a:r>
            <a:r>
              <a:rPr lang="en-US" spc="40" dirty="0">
                <a:latin typeface="Tahoma"/>
                <a:cs typeface="Tahoma"/>
              </a:rPr>
              <a:t>e</a:t>
            </a:r>
            <a:r>
              <a:rPr lang="en-US" spc="570" dirty="0">
                <a:latin typeface="Tahoma"/>
                <a:cs typeface="Tahoma"/>
              </a:rPr>
              <a:t> </a:t>
            </a:r>
            <a:r>
              <a:rPr lang="en-US" spc="150" dirty="0">
                <a:latin typeface="Tahoma"/>
                <a:cs typeface="Tahoma"/>
              </a:rPr>
              <a:t>a</a:t>
            </a:r>
            <a:r>
              <a:rPr lang="en-US" spc="-355" dirty="0">
                <a:latin typeface="Tahoma"/>
                <a:cs typeface="Tahoma"/>
              </a:rPr>
              <a:t> </a:t>
            </a:r>
            <a:r>
              <a:rPr lang="en-US" spc="15" dirty="0">
                <a:latin typeface="Tahoma"/>
                <a:cs typeface="Tahoma"/>
              </a:rPr>
              <a:t>r</a:t>
            </a:r>
            <a:r>
              <a:rPr lang="en-US" spc="-360" dirty="0">
                <a:latin typeface="Tahoma"/>
                <a:cs typeface="Tahoma"/>
              </a:rPr>
              <a:t> </a:t>
            </a:r>
            <a:r>
              <a:rPr lang="en-US" spc="40" dirty="0">
                <a:latin typeface="Tahoma"/>
                <a:cs typeface="Tahoma"/>
              </a:rPr>
              <a:t>e </a:t>
            </a:r>
            <a:r>
              <a:rPr lang="en-US" spc="-680" dirty="0">
                <a:latin typeface="Tahoma"/>
                <a:cs typeface="Tahoma"/>
              </a:rPr>
              <a:t> </a:t>
            </a:r>
            <a:r>
              <a:rPr lang="en-US" spc="60" dirty="0">
                <a:latin typeface="Tahoma"/>
                <a:cs typeface="Tahoma"/>
              </a:rPr>
              <a:t>no</a:t>
            </a:r>
            <a:r>
              <a:rPr lang="en-US" spc="-95" dirty="0">
                <a:latin typeface="Tahoma"/>
                <a:cs typeface="Tahoma"/>
              </a:rPr>
              <a:t> </a:t>
            </a:r>
            <a:r>
              <a:rPr lang="en-US" spc="60" dirty="0">
                <a:latin typeface="Tahoma"/>
                <a:cs typeface="Tahoma"/>
              </a:rPr>
              <a:t>passwords</a:t>
            </a:r>
            <a:r>
              <a:rPr lang="en-US" spc="-90" dirty="0">
                <a:latin typeface="Tahoma"/>
                <a:cs typeface="Tahoma"/>
              </a:rPr>
              <a:t> </a:t>
            </a:r>
            <a:r>
              <a:rPr lang="en-US" spc="25" dirty="0">
                <a:latin typeface="Tahoma"/>
                <a:cs typeface="Tahoma"/>
              </a:rPr>
              <a:t>to</a:t>
            </a:r>
            <a:r>
              <a:rPr lang="en-US" spc="-90" dirty="0">
                <a:latin typeface="Tahoma"/>
                <a:cs typeface="Tahoma"/>
              </a:rPr>
              <a:t> </a:t>
            </a:r>
            <a:r>
              <a:rPr lang="en-US" spc="65" dirty="0">
                <a:latin typeface="Tahoma"/>
                <a:cs typeface="Tahoma"/>
              </a:rPr>
              <a:t>remember</a:t>
            </a:r>
            <a:r>
              <a:rPr lang="en-US" spc="-95" dirty="0">
                <a:latin typeface="Tahoma"/>
                <a:cs typeface="Tahoma"/>
              </a:rPr>
              <a:t> </a:t>
            </a:r>
            <a:r>
              <a:rPr lang="en-US" spc="55" dirty="0">
                <a:latin typeface="Tahoma"/>
                <a:cs typeface="Tahoma"/>
              </a:rPr>
              <a:t>or</a:t>
            </a:r>
            <a:r>
              <a:rPr lang="en-US" spc="-95" dirty="0">
                <a:solidFill>
                  <a:srgbClr val="E1D600"/>
                </a:solidFill>
                <a:latin typeface="Tahoma"/>
                <a:cs typeface="Tahoma"/>
              </a:rPr>
              <a:t> </a:t>
            </a:r>
            <a:r>
              <a:rPr lang="en-US" u="sng" spc="30" dirty="0">
                <a:uFill>
                  <a:solidFill>
                    <a:srgbClr val="E1D600"/>
                  </a:solidFill>
                </a:uFill>
                <a:latin typeface="Tahoma"/>
                <a:cs typeface="Tahoma"/>
              </a:rPr>
              <a:t>security</a:t>
            </a:r>
            <a:r>
              <a:rPr lang="en-US" u="sng" spc="-90" dirty="0">
                <a:uFill>
                  <a:solidFill>
                    <a:srgbClr val="E1D600"/>
                  </a:solidFill>
                </a:uFill>
                <a:latin typeface="Tahoma"/>
                <a:cs typeface="Tahoma"/>
              </a:rPr>
              <a:t> </a:t>
            </a:r>
            <a:r>
              <a:rPr lang="en-US" u="sng" spc="35" dirty="0">
                <a:uFill>
                  <a:solidFill>
                    <a:srgbClr val="E1D600"/>
                  </a:solidFill>
                </a:uFill>
                <a:latin typeface="Tahoma"/>
                <a:cs typeface="Tahoma"/>
              </a:rPr>
              <a:t>tokens</a:t>
            </a:r>
            <a:r>
              <a:rPr lang="en-US" u="sng" spc="-90" dirty="0">
                <a:latin typeface="Tahoma"/>
                <a:cs typeface="Tahoma"/>
              </a:rPr>
              <a:t> </a:t>
            </a:r>
            <a:r>
              <a:rPr lang="en-US" spc="25" dirty="0">
                <a:latin typeface="Tahoma"/>
                <a:cs typeface="Tahoma"/>
              </a:rPr>
              <a:t>to</a:t>
            </a:r>
            <a:r>
              <a:rPr lang="en-US" spc="-95" dirty="0">
                <a:latin typeface="Tahoma"/>
                <a:cs typeface="Tahoma"/>
              </a:rPr>
              <a:t> </a:t>
            </a:r>
            <a:r>
              <a:rPr lang="en-US" spc="15" dirty="0">
                <a:latin typeface="Tahoma"/>
                <a:cs typeface="Tahoma"/>
              </a:rPr>
              <a:t>carry.</a:t>
            </a:r>
          </a:p>
          <a:p>
            <a:pPr marL="286385" marR="5080" indent="-274320" algn="just">
              <a:lnSpc>
                <a:spcPts val="2380"/>
              </a:lnSpc>
              <a:spcBef>
                <a:spcPts val="509"/>
              </a:spcBef>
              <a:buClr>
                <a:srgbClr val="0AD0D9"/>
              </a:buClr>
              <a:buSzPct val="95454"/>
              <a:buFont typeface="Wingdings"/>
              <a:buChar char=""/>
              <a:tabLst>
                <a:tab pos="287020" algn="l"/>
              </a:tabLst>
            </a:pPr>
            <a:endParaRPr lang="en-US" dirty="0">
              <a:latin typeface="Tahoma"/>
              <a:cs typeface="Tahoma"/>
            </a:endParaRPr>
          </a:p>
          <a:p>
            <a:pPr marL="286385" marR="5080" indent="-274320" algn="just">
              <a:lnSpc>
                <a:spcPts val="2380"/>
              </a:lnSpc>
              <a:spcBef>
                <a:spcPts val="509"/>
              </a:spcBef>
              <a:buClr>
                <a:srgbClr val="0AD0D9"/>
              </a:buClr>
              <a:buSzPct val="95454"/>
              <a:buFont typeface="Wingdings"/>
              <a:buChar char=""/>
              <a:tabLst>
                <a:tab pos="287020" algn="l"/>
              </a:tabLst>
            </a:pPr>
            <a:r>
              <a:rPr lang="en-US" spc="80" dirty="0">
                <a:latin typeface="Tahoma"/>
                <a:cs typeface="Tahoma"/>
              </a:rPr>
              <a:t>Some</a:t>
            </a:r>
            <a:r>
              <a:rPr lang="en-US" spc="-50" dirty="0">
                <a:latin typeface="Tahoma"/>
                <a:cs typeface="Tahoma"/>
              </a:rPr>
              <a:t> </a:t>
            </a:r>
            <a:r>
              <a:rPr lang="en-US" spc="60" dirty="0">
                <a:latin typeface="Tahoma"/>
                <a:cs typeface="Tahoma"/>
              </a:rPr>
              <a:t>biometric</a:t>
            </a:r>
            <a:r>
              <a:rPr lang="en-US" spc="-35" dirty="0">
                <a:latin typeface="Tahoma"/>
                <a:cs typeface="Tahoma"/>
              </a:rPr>
              <a:t> </a:t>
            </a:r>
            <a:r>
              <a:rPr lang="en-US" spc="30" dirty="0">
                <a:latin typeface="Tahoma"/>
                <a:cs typeface="Tahoma"/>
              </a:rPr>
              <a:t>methods,</a:t>
            </a:r>
            <a:r>
              <a:rPr lang="en-US" spc="-40" dirty="0">
                <a:latin typeface="Tahoma"/>
                <a:cs typeface="Tahoma"/>
              </a:rPr>
              <a:t> </a:t>
            </a:r>
            <a:r>
              <a:rPr lang="en-US" spc="60" dirty="0">
                <a:latin typeface="Tahoma"/>
                <a:cs typeface="Tahoma"/>
              </a:rPr>
              <a:t>such</a:t>
            </a:r>
            <a:r>
              <a:rPr lang="en-US" spc="-40" dirty="0">
                <a:latin typeface="Tahoma"/>
                <a:cs typeface="Tahoma"/>
              </a:rPr>
              <a:t> </a:t>
            </a:r>
            <a:r>
              <a:rPr lang="en-US" spc="105" dirty="0">
                <a:latin typeface="Tahoma"/>
                <a:cs typeface="Tahoma"/>
              </a:rPr>
              <a:t>as</a:t>
            </a:r>
            <a:r>
              <a:rPr lang="en-US" spc="-30" dirty="0">
                <a:latin typeface="Tahoma"/>
                <a:cs typeface="Tahoma"/>
              </a:rPr>
              <a:t> </a:t>
            </a:r>
            <a:r>
              <a:rPr lang="en-US" spc="75" dirty="0">
                <a:latin typeface="Tahoma"/>
                <a:cs typeface="Tahoma"/>
              </a:rPr>
              <a:t>measuring</a:t>
            </a:r>
            <a:r>
              <a:rPr lang="en-US" spc="-35" dirty="0">
                <a:latin typeface="Tahoma"/>
                <a:cs typeface="Tahoma"/>
              </a:rPr>
              <a:t> </a:t>
            </a:r>
            <a:r>
              <a:rPr lang="en-US" spc="150" dirty="0">
                <a:latin typeface="Tahoma"/>
                <a:cs typeface="Tahoma"/>
              </a:rPr>
              <a:t>a</a:t>
            </a:r>
            <a:r>
              <a:rPr lang="en-US" spc="-35" dirty="0">
                <a:latin typeface="Tahoma"/>
                <a:cs typeface="Tahoma"/>
              </a:rPr>
              <a:t> </a:t>
            </a:r>
            <a:r>
              <a:rPr lang="en-US" spc="55" dirty="0">
                <a:latin typeface="Tahoma"/>
                <a:cs typeface="Tahoma"/>
              </a:rPr>
              <a:t>person's</a:t>
            </a:r>
            <a:r>
              <a:rPr lang="en-US" spc="-35" dirty="0">
                <a:latin typeface="Tahoma"/>
                <a:cs typeface="Tahoma"/>
              </a:rPr>
              <a:t> </a:t>
            </a:r>
            <a:r>
              <a:rPr lang="en-US" spc="-5" dirty="0">
                <a:latin typeface="Tahoma"/>
                <a:cs typeface="Tahoma"/>
              </a:rPr>
              <a:t>gait, </a:t>
            </a:r>
            <a:r>
              <a:rPr lang="en-US" spc="-675" dirty="0">
                <a:latin typeface="Tahoma"/>
                <a:cs typeface="Tahoma"/>
              </a:rPr>
              <a:t> </a:t>
            </a:r>
            <a:r>
              <a:rPr lang="en-US" spc="160" dirty="0">
                <a:latin typeface="Tahoma"/>
                <a:cs typeface="Tahoma"/>
              </a:rPr>
              <a:t>can </a:t>
            </a:r>
            <a:r>
              <a:rPr lang="en-US" spc="140" dirty="0">
                <a:latin typeface="Tahoma"/>
                <a:cs typeface="Tahoma"/>
              </a:rPr>
              <a:t>operate </a:t>
            </a:r>
            <a:r>
              <a:rPr lang="en-US" spc="50" dirty="0">
                <a:latin typeface="Tahoma"/>
                <a:cs typeface="Tahoma"/>
              </a:rPr>
              <a:t>with </a:t>
            </a:r>
            <a:r>
              <a:rPr lang="en-US" spc="110" dirty="0">
                <a:latin typeface="Tahoma"/>
                <a:cs typeface="Tahoma"/>
              </a:rPr>
              <a:t>no direct </a:t>
            </a:r>
            <a:r>
              <a:rPr lang="en-US" spc="145" dirty="0">
                <a:latin typeface="Tahoma"/>
                <a:cs typeface="Tahoma"/>
              </a:rPr>
              <a:t>contact </a:t>
            </a:r>
            <a:r>
              <a:rPr lang="en-US" spc="50" dirty="0">
                <a:latin typeface="Tahoma"/>
                <a:cs typeface="Tahoma"/>
              </a:rPr>
              <a:t>with </a:t>
            </a:r>
            <a:r>
              <a:rPr lang="en-US" spc="65" dirty="0">
                <a:latin typeface="Tahoma"/>
                <a:cs typeface="Tahoma"/>
              </a:rPr>
              <a:t>the </a:t>
            </a:r>
            <a:r>
              <a:rPr lang="en-US" spc="140" dirty="0">
                <a:latin typeface="Tahoma"/>
                <a:cs typeface="Tahoma"/>
              </a:rPr>
              <a:t>person </a:t>
            </a:r>
            <a:r>
              <a:rPr lang="en-US" spc="130" dirty="0">
                <a:latin typeface="Tahoma"/>
                <a:cs typeface="Tahoma"/>
              </a:rPr>
              <a:t>being </a:t>
            </a:r>
            <a:r>
              <a:rPr lang="en-US" spc="-675" dirty="0">
                <a:latin typeface="Tahoma"/>
                <a:cs typeface="Tahoma"/>
              </a:rPr>
              <a:t> </a:t>
            </a:r>
            <a:r>
              <a:rPr lang="en-US" spc="10" dirty="0">
                <a:latin typeface="Tahoma"/>
                <a:cs typeface="Tahoma"/>
              </a:rPr>
              <a:t>authenticated.</a:t>
            </a:r>
            <a:endParaRPr lang="en-US" dirty="0">
              <a:latin typeface="Tahoma"/>
              <a:cs typeface="Tahoma"/>
            </a:endParaRPr>
          </a:p>
          <a:p>
            <a:endParaRPr lang="en-US" dirty="0"/>
          </a:p>
        </p:txBody>
      </p:sp>
    </p:spTree>
    <p:extLst>
      <p:ext uri="{BB962C8B-B14F-4D97-AF65-F5344CB8AC3E}">
        <p14:creationId xmlns:p14="http://schemas.microsoft.com/office/powerpoint/2010/main" val="2814471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BF7C1-AC4E-F524-8B65-A28E3E6E0D82}"/>
              </a:ext>
            </a:extLst>
          </p:cNvPr>
          <p:cNvSpPr>
            <a:spLocks noGrp="1"/>
          </p:cNvSpPr>
          <p:nvPr>
            <p:ph type="title"/>
          </p:nvPr>
        </p:nvSpPr>
        <p:spPr/>
        <p:txBody>
          <a:bodyPr/>
          <a:lstStyle/>
          <a:p>
            <a:r>
              <a:rPr lang="en-US" b="1" spc="-110" dirty="0"/>
              <a:t>Disadvantages</a:t>
            </a:r>
            <a:r>
              <a:rPr lang="en-US" b="1" spc="-210" dirty="0"/>
              <a:t> </a:t>
            </a:r>
            <a:r>
              <a:rPr lang="en-US" b="1" spc="-50" dirty="0"/>
              <a:t>of</a:t>
            </a:r>
            <a:r>
              <a:rPr lang="en-US" b="1" spc="-204" dirty="0"/>
              <a:t> </a:t>
            </a:r>
            <a:r>
              <a:rPr lang="en-US" b="1" spc="-130" dirty="0"/>
              <a:t>Biometric</a:t>
            </a:r>
            <a:r>
              <a:rPr lang="en-US" b="1" spc="-210" dirty="0"/>
              <a:t> </a:t>
            </a:r>
            <a:r>
              <a:rPr lang="en-US" b="1" spc="-105" dirty="0"/>
              <a:t>password</a:t>
            </a:r>
            <a:endParaRPr lang="en-US" b="1" dirty="0"/>
          </a:p>
        </p:txBody>
      </p:sp>
      <p:sp>
        <p:nvSpPr>
          <p:cNvPr id="3" name="Content Placeholder 2">
            <a:extLst>
              <a:ext uri="{FF2B5EF4-FFF2-40B4-BE49-F238E27FC236}">
                <a16:creationId xmlns:a16="http://schemas.microsoft.com/office/drawing/2014/main" id="{BE9CEDC4-8A13-75D2-CAB2-E9333601208B}"/>
              </a:ext>
            </a:extLst>
          </p:cNvPr>
          <p:cNvSpPr>
            <a:spLocks noGrp="1"/>
          </p:cNvSpPr>
          <p:nvPr>
            <p:ph idx="1"/>
          </p:nvPr>
        </p:nvSpPr>
        <p:spPr/>
        <p:txBody>
          <a:bodyPr>
            <a:normAutofit/>
          </a:bodyPr>
          <a:lstStyle/>
          <a:p>
            <a:pPr marL="287020" indent="-274320" algn="just">
              <a:lnSpc>
                <a:spcPct val="100000"/>
              </a:lnSpc>
              <a:spcBef>
                <a:spcPts val="385"/>
              </a:spcBef>
              <a:buClr>
                <a:srgbClr val="0AD0D9"/>
              </a:buClr>
              <a:buSzPct val="95833"/>
              <a:buFont typeface="Wingdings"/>
              <a:buChar char=""/>
              <a:tabLst>
                <a:tab pos="287020" algn="l"/>
              </a:tabLst>
            </a:pPr>
            <a:r>
              <a:rPr lang="en-US" spc="70" dirty="0">
                <a:latin typeface="Tahoma"/>
                <a:cs typeface="Tahoma"/>
              </a:rPr>
              <a:t>Components</a:t>
            </a:r>
            <a:r>
              <a:rPr lang="en-US" spc="-110" dirty="0">
                <a:latin typeface="Tahoma"/>
                <a:cs typeface="Tahoma"/>
              </a:rPr>
              <a:t> </a:t>
            </a:r>
            <a:r>
              <a:rPr lang="en-US" spc="70" dirty="0">
                <a:latin typeface="Tahoma"/>
                <a:cs typeface="Tahoma"/>
              </a:rPr>
              <a:t>of</a:t>
            </a:r>
            <a:r>
              <a:rPr lang="en-US" spc="-105" dirty="0">
                <a:latin typeface="Tahoma"/>
                <a:cs typeface="Tahoma"/>
              </a:rPr>
              <a:t> </a:t>
            </a:r>
            <a:r>
              <a:rPr lang="en-US" spc="45" dirty="0">
                <a:latin typeface="Tahoma"/>
                <a:cs typeface="Tahoma"/>
              </a:rPr>
              <a:t>biometric</a:t>
            </a:r>
            <a:r>
              <a:rPr lang="en-US" spc="-105" dirty="0">
                <a:latin typeface="Tahoma"/>
                <a:cs typeface="Tahoma"/>
              </a:rPr>
              <a:t> </a:t>
            </a:r>
            <a:r>
              <a:rPr lang="en-US" spc="50" dirty="0">
                <a:latin typeface="Tahoma"/>
                <a:cs typeface="Tahoma"/>
              </a:rPr>
              <a:t>devices</a:t>
            </a:r>
            <a:r>
              <a:rPr lang="en-US" spc="-105" dirty="0">
                <a:latin typeface="Tahoma"/>
                <a:cs typeface="Tahoma"/>
              </a:rPr>
              <a:t> </a:t>
            </a:r>
            <a:r>
              <a:rPr lang="en-US" spc="-35" dirty="0">
                <a:latin typeface="Tahoma"/>
                <a:cs typeface="Tahoma"/>
              </a:rPr>
              <a:t>include:</a:t>
            </a:r>
            <a:endParaRPr lang="en-US" dirty="0">
              <a:latin typeface="Tahoma"/>
              <a:cs typeface="Tahoma"/>
            </a:endParaRPr>
          </a:p>
          <a:p>
            <a:pPr marL="286385" marR="5080" indent="-274320" algn="just">
              <a:lnSpc>
                <a:spcPts val="2590"/>
              </a:lnSpc>
              <a:spcBef>
                <a:spcPts val="610"/>
              </a:spcBef>
              <a:buClr>
                <a:srgbClr val="0AD0D9"/>
              </a:buClr>
              <a:buSzPct val="95833"/>
              <a:buFont typeface="Segoe UI Symbol"/>
              <a:buChar char="⚫"/>
              <a:tabLst>
                <a:tab pos="304800" algn="l"/>
              </a:tabLst>
            </a:pPr>
            <a:r>
              <a:rPr lang="en-US" spc="-85" dirty="0">
                <a:latin typeface="Verdana"/>
                <a:cs typeface="Verdana"/>
              </a:rPr>
              <a:t>A </a:t>
            </a:r>
            <a:r>
              <a:rPr lang="en-US" spc="-10" dirty="0">
                <a:latin typeface="Verdana"/>
                <a:cs typeface="Verdana"/>
              </a:rPr>
              <a:t>reader </a:t>
            </a:r>
            <a:r>
              <a:rPr lang="en-US" spc="114" dirty="0">
                <a:latin typeface="Tahoma"/>
                <a:cs typeface="Tahoma"/>
              </a:rPr>
              <a:t>or </a:t>
            </a:r>
            <a:r>
              <a:rPr lang="en-US" spc="160" dirty="0">
                <a:latin typeface="Tahoma"/>
                <a:cs typeface="Tahoma"/>
              </a:rPr>
              <a:t>scanning </a:t>
            </a:r>
            <a:r>
              <a:rPr lang="en-US" spc="140" dirty="0">
                <a:latin typeface="Tahoma"/>
                <a:cs typeface="Tahoma"/>
              </a:rPr>
              <a:t>device </a:t>
            </a:r>
            <a:r>
              <a:rPr lang="en-US" spc="85" dirty="0">
                <a:latin typeface="Tahoma"/>
                <a:cs typeface="Tahoma"/>
              </a:rPr>
              <a:t>to </a:t>
            </a:r>
            <a:r>
              <a:rPr lang="en-US" spc="160" dirty="0">
                <a:latin typeface="Tahoma"/>
                <a:cs typeface="Tahoma"/>
              </a:rPr>
              <a:t>record </a:t>
            </a:r>
            <a:r>
              <a:rPr lang="en-US" spc="75" dirty="0">
                <a:latin typeface="Tahoma"/>
                <a:cs typeface="Tahoma"/>
              </a:rPr>
              <a:t>the </a:t>
            </a:r>
            <a:r>
              <a:rPr lang="en-US" spc="140" dirty="0">
                <a:latin typeface="Tahoma"/>
                <a:cs typeface="Tahoma"/>
              </a:rPr>
              <a:t>biometric </a:t>
            </a:r>
            <a:r>
              <a:rPr lang="en-US" spc="-735" dirty="0">
                <a:latin typeface="Tahoma"/>
                <a:cs typeface="Tahoma"/>
              </a:rPr>
              <a:t> </a:t>
            </a:r>
            <a:r>
              <a:rPr lang="en-US" spc="65" dirty="0">
                <a:latin typeface="Tahoma"/>
                <a:cs typeface="Tahoma"/>
              </a:rPr>
              <a:t>factor</a:t>
            </a:r>
            <a:r>
              <a:rPr lang="en-US" spc="-105" dirty="0">
                <a:latin typeface="Tahoma"/>
                <a:cs typeface="Tahoma"/>
              </a:rPr>
              <a:t> </a:t>
            </a:r>
            <a:r>
              <a:rPr lang="en-US" spc="55" dirty="0">
                <a:latin typeface="Tahoma"/>
                <a:cs typeface="Tahoma"/>
              </a:rPr>
              <a:t>being</a:t>
            </a:r>
            <a:r>
              <a:rPr lang="en-US" spc="-105" dirty="0">
                <a:latin typeface="Tahoma"/>
                <a:cs typeface="Tahoma"/>
              </a:rPr>
              <a:t> </a:t>
            </a:r>
            <a:r>
              <a:rPr lang="en-US" spc="10" dirty="0">
                <a:latin typeface="Tahoma"/>
                <a:cs typeface="Tahoma"/>
              </a:rPr>
              <a:t>authenticated.</a:t>
            </a:r>
            <a:endParaRPr lang="en-US" dirty="0">
              <a:latin typeface="Tahoma"/>
              <a:cs typeface="Tahoma"/>
            </a:endParaRPr>
          </a:p>
          <a:p>
            <a:pPr marL="286385" marR="5080" indent="-274320" algn="just">
              <a:lnSpc>
                <a:spcPts val="2590"/>
              </a:lnSpc>
              <a:spcBef>
                <a:spcPts val="575"/>
              </a:spcBef>
              <a:buClr>
                <a:srgbClr val="0AD0D9"/>
              </a:buClr>
              <a:buSzPct val="95833"/>
              <a:buFont typeface="Segoe UI Symbol"/>
              <a:buChar char="⚫"/>
              <a:tabLst>
                <a:tab pos="304800" algn="l"/>
              </a:tabLst>
            </a:pPr>
            <a:r>
              <a:rPr lang="en-US" spc="-80" dirty="0">
                <a:latin typeface="Verdana"/>
                <a:cs typeface="Verdana"/>
              </a:rPr>
              <a:t>Software</a:t>
            </a:r>
            <a:r>
              <a:rPr lang="en-US" spc="-75" dirty="0">
                <a:latin typeface="Verdana"/>
                <a:cs typeface="Verdana"/>
              </a:rPr>
              <a:t> </a:t>
            </a:r>
            <a:r>
              <a:rPr lang="en-US" spc="60" dirty="0">
                <a:latin typeface="Tahoma"/>
                <a:cs typeface="Tahoma"/>
              </a:rPr>
              <a:t>to</a:t>
            </a:r>
            <a:r>
              <a:rPr lang="en-US" spc="15" dirty="0">
                <a:latin typeface="Tahoma"/>
                <a:cs typeface="Tahoma"/>
              </a:rPr>
              <a:t> </a:t>
            </a:r>
            <a:r>
              <a:rPr lang="en-US" spc="90" dirty="0">
                <a:latin typeface="Tahoma"/>
                <a:cs typeface="Tahoma"/>
              </a:rPr>
              <a:t>convert</a:t>
            </a:r>
            <a:r>
              <a:rPr lang="en-US" spc="15" dirty="0">
                <a:latin typeface="Tahoma"/>
                <a:cs typeface="Tahoma"/>
              </a:rPr>
              <a:t> </a:t>
            </a:r>
            <a:r>
              <a:rPr lang="en-US" spc="40" dirty="0">
                <a:latin typeface="Tahoma"/>
                <a:cs typeface="Tahoma"/>
              </a:rPr>
              <a:t>the</a:t>
            </a:r>
            <a:r>
              <a:rPr lang="en-US" spc="15" dirty="0">
                <a:latin typeface="Tahoma"/>
                <a:cs typeface="Tahoma"/>
              </a:rPr>
              <a:t> </a:t>
            </a:r>
            <a:r>
              <a:rPr lang="en-US" spc="120" dirty="0">
                <a:latin typeface="Tahoma"/>
                <a:cs typeface="Tahoma"/>
              </a:rPr>
              <a:t>scanned</a:t>
            </a:r>
            <a:r>
              <a:rPr lang="en-US" spc="15" dirty="0">
                <a:latin typeface="Tahoma"/>
                <a:cs typeface="Tahoma"/>
              </a:rPr>
              <a:t> </a:t>
            </a:r>
            <a:r>
              <a:rPr lang="en-US" spc="90" dirty="0">
                <a:latin typeface="Tahoma"/>
                <a:cs typeface="Tahoma"/>
              </a:rPr>
              <a:t>biometric</a:t>
            </a:r>
            <a:r>
              <a:rPr lang="en-US" spc="10" dirty="0">
                <a:latin typeface="Tahoma"/>
                <a:cs typeface="Tahoma"/>
              </a:rPr>
              <a:t> </a:t>
            </a:r>
            <a:r>
              <a:rPr lang="en-US" spc="135" dirty="0">
                <a:latin typeface="Tahoma"/>
                <a:cs typeface="Tahoma"/>
              </a:rPr>
              <a:t>data</a:t>
            </a:r>
            <a:r>
              <a:rPr lang="en-US" spc="20" dirty="0">
                <a:latin typeface="Tahoma"/>
                <a:cs typeface="Tahoma"/>
              </a:rPr>
              <a:t> </a:t>
            </a:r>
            <a:r>
              <a:rPr lang="en-US" spc="55" dirty="0">
                <a:latin typeface="Tahoma"/>
                <a:cs typeface="Tahoma"/>
              </a:rPr>
              <a:t>into</a:t>
            </a:r>
            <a:r>
              <a:rPr lang="en-US" spc="25" dirty="0">
                <a:latin typeface="Tahoma"/>
                <a:cs typeface="Tahoma"/>
              </a:rPr>
              <a:t> </a:t>
            </a:r>
            <a:r>
              <a:rPr lang="en-US" spc="165" dirty="0">
                <a:latin typeface="Tahoma"/>
                <a:cs typeface="Tahoma"/>
              </a:rPr>
              <a:t>a </a:t>
            </a:r>
            <a:r>
              <a:rPr lang="en-US" spc="-740" dirty="0">
                <a:latin typeface="Tahoma"/>
                <a:cs typeface="Tahoma"/>
              </a:rPr>
              <a:t> </a:t>
            </a:r>
            <a:r>
              <a:rPr lang="en-US" spc="185" dirty="0">
                <a:latin typeface="Tahoma"/>
                <a:cs typeface="Tahoma"/>
              </a:rPr>
              <a:t>standardized </a:t>
            </a:r>
            <a:r>
              <a:rPr lang="en-US" spc="145" dirty="0">
                <a:latin typeface="Tahoma"/>
                <a:cs typeface="Tahoma"/>
              </a:rPr>
              <a:t>digital </a:t>
            </a:r>
            <a:r>
              <a:rPr lang="en-US" spc="185" dirty="0">
                <a:latin typeface="Tahoma"/>
                <a:cs typeface="Tahoma"/>
              </a:rPr>
              <a:t>format </a:t>
            </a:r>
            <a:r>
              <a:rPr lang="en-US" spc="190" dirty="0">
                <a:latin typeface="Tahoma"/>
                <a:cs typeface="Tahoma"/>
              </a:rPr>
              <a:t>and </a:t>
            </a:r>
            <a:r>
              <a:rPr lang="en-US" spc="100" dirty="0">
                <a:latin typeface="Tahoma"/>
                <a:cs typeface="Tahoma"/>
              </a:rPr>
              <a:t>to </a:t>
            </a:r>
            <a:r>
              <a:rPr lang="en-US" spc="220" dirty="0">
                <a:latin typeface="Tahoma"/>
                <a:cs typeface="Tahoma"/>
              </a:rPr>
              <a:t>compare </a:t>
            </a:r>
            <a:r>
              <a:rPr lang="en-US" spc="190" dirty="0">
                <a:latin typeface="Tahoma"/>
                <a:cs typeface="Tahoma"/>
              </a:rPr>
              <a:t>match </a:t>
            </a:r>
            <a:r>
              <a:rPr lang="en-US" spc="-735" dirty="0">
                <a:latin typeface="Tahoma"/>
                <a:cs typeface="Tahoma"/>
              </a:rPr>
              <a:t> </a:t>
            </a:r>
            <a:r>
              <a:rPr lang="en-US" spc="30" dirty="0">
                <a:latin typeface="Tahoma"/>
                <a:cs typeface="Tahoma"/>
              </a:rPr>
              <a:t>points</a:t>
            </a:r>
            <a:r>
              <a:rPr lang="en-US" spc="-105" dirty="0">
                <a:latin typeface="Tahoma"/>
                <a:cs typeface="Tahoma"/>
              </a:rPr>
              <a:t> </a:t>
            </a:r>
            <a:r>
              <a:rPr lang="en-US" spc="70" dirty="0">
                <a:latin typeface="Tahoma"/>
                <a:cs typeface="Tahoma"/>
              </a:rPr>
              <a:t>of</a:t>
            </a:r>
            <a:r>
              <a:rPr lang="en-US" spc="-105" dirty="0">
                <a:latin typeface="Tahoma"/>
                <a:cs typeface="Tahoma"/>
              </a:rPr>
              <a:t> </a:t>
            </a:r>
            <a:r>
              <a:rPr lang="en-US" spc="5" dirty="0">
                <a:latin typeface="Tahoma"/>
                <a:cs typeface="Tahoma"/>
              </a:rPr>
              <a:t>the</a:t>
            </a:r>
            <a:r>
              <a:rPr lang="en-US" spc="-105" dirty="0">
                <a:latin typeface="Tahoma"/>
                <a:cs typeface="Tahoma"/>
              </a:rPr>
              <a:t> </a:t>
            </a:r>
            <a:r>
              <a:rPr lang="en-US" spc="60" dirty="0">
                <a:latin typeface="Tahoma"/>
                <a:cs typeface="Tahoma"/>
              </a:rPr>
              <a:t>observed</a:t>
            </a:r>
            <a:r>
              <a:rPr lang="en-US" spc="-100" dirty="0">
                <a:latin typeface="Tahoma"/>
                <a:cs typeface="Tahoma"/>
              </a:rPr>
              <a:t> </a:t>
            </a:r>
            <a:r>
              <a:rPr lang="en-US" spc="95" dirty="0">
                <a:latin typeface="Tahoma"/>
                <a:cs typeface="Tahoma"/>
              </a:rPr>
              <a:t>data</a:t>
            </a:r>
            <a:r>
              <a:rPr lang="en-US" spc="-100" dirty="0">
                <a:latin typeface="Tahoma"/>
                <a:cs typeface="Tahoma"/>
              </a:rPr>
              <a:t> </a:t>
            </a:r>
            <a:r>
              <a:rPr lang="en-US" spc="-25" dirty="0">
                <a:latin typeface="Tahoma"/>
                <a:cs typeface="Tahoma"/>
              </a:rPr>
              <a:t>with</a:t>
            </a:r>
            <a:r>
              <a:rPr lang="en-US" spc="-100" dirty="0">
                <a:latin typeface="Tahoma"/>
                <a:cs typeface="Tahoma"/>
              </a:rPr>
              <a:t> </a:t>
            </a:r>
            <a:r>
              <a:rPr lang="en-US" spc="45" dirty="0">
                <a:latin typeface="Tahoma"/>
                <a:cs typeface="Tahoma"/>
              </a:rPr>
              <a:t>stored</a:t>
            </a:r>
            <a:r>
              <a:rPr lang="en-US" spc="-100" dirty="0">
                <a:latin typeface="Tahoma"/>
                <a:cs typeface="Tahoma"/>
              </a:rPr>
              <a:t> </a:t>
            </a:r>
            <a:r>
              <a:rPr lang="en-US" spc="5" dirty="0">
                <a:latin typeface="Tahoma"/>
                <a:cs typeface="Tahoma"/>
              </a:rPr>
              <a:t>data.</a:t>
            </a:r>
            <a:endParaRPr lang="en-US" dirty="0">
              <a:latin typeface="Tahoma"/>
              <a:cs typeface="Tahoma"/>
            </a:endParaRPr>
          </a:p>
          <a:p>
            <a:pPr marL="286385" marR="5080" indent="-274320" algn="just">
              <a:lnSpc>
                <a:spcPts val="2590"/>
              </a:lnSpc>
              <a:spcBef>
                <a:spcPts val="575"/>
              </a:spcBef>
              <a:buClr>
                <a:srgbClr val="0AD0D9"/>
              </a:buClr>
              <a:buSzPct val="95833"/>
              <a:buFont typeface="Segoe UI Symbol"/>
              <a:buChar char="⚫"/>
              <a:tabLst>
                <a:tab pos="304800" algn="l"/>
              </a:tabLst>
            </a:pPr>
            <a:r>
              <a:rPr lang="en-US" spc="114" dirty="0">
                <a:latin typeface="Tahoma"/>
                <a:cs typeface="Tahoma"/>
              </a:rPr>
              <a:t>A </a:t>
            </a:r>
            <a:r>
              <a:rPr lang="en-US" spc="114" dirty="0">
                <a:latin typeface="Verdana"/>
                <a:cs typeface="Verdana"/>
              </a:rPr>
              <a:t>database </a:t>
            </a:r>
            <a:r>
              <a:rPr lang="en-US" spc="140" dirty="0">
                <a:latin typeface="Tahoma"/>
                <a:cs typeface="Tahoma"/>
              </a:rPr>
              <a:t>to </a:t>
            </a:r>
            <a:r>
              <a:rPr lang="en-US" spc="240" dirty="0">
                <a:latin typeface="Tahoma"/>
                <a:cs typeface="Tahoma"/>
              </a:rPr>
              <a:t>securely </a:t>
            </a:r>
            <a:r>
              <a:rPr lang="en-US" spc="210" dirty="0">
                <a:latin typeface="Tahoma"/>
                <a:cs typeface="Tahoma"/>
              </a:rPr>
              <a:t>store </a:t>
            </a:r>
            <a:r>
              <a:rPr lang="en-US" spc="240" dirty="0">
                <a:latin typeface="Tahoma"/>
                <a:cs typeface="Tahoma"/>
              </a:rPr>
              <a:t>biometric </a:t>
            </a:r>
            <a:r>
              <a:rPr lang="en-US" spc="260" dirty="0">
                <a:latin typeface="Tahoma"/>
                <a:cs typeface="Tahoma"/>
              </a:rPr>
              <a:t>data </a:t>
            </a:r>
            <a:r>
              <a:rPr lang="en-US" spc="195" dirty="0">
                <a:latin typeface="Tahoma"/>
                <a:cs typeface="Tahoma"/>
              </a:rPr>
              <a:t>for </a:t>
            </a:r>
            <a:r>
              <a:rPr lang="en-US" spc="200" dirty="0">
                <a:latin typeface="Tahoma"/>
                <a:cs typeface="Tahoma"/>
              </a:rPr>
              <a:t> </a:t>
            </a:r>
            <a:r>
              <a:rPr lang="en-US" spc="40" dirty="0">
                <a:latin typeface="Tahoma"/>
                <a:cs typeface="Tahoma"/>
              </a:rPr>
              <a:t>comparison.</a:t>
            </a:r>
            <a:endParaRPr lang="en-US" dirty="0">
              <a:latin typeface="Tahoma"/>
              <a:cs typeface="Tahoma"/>
            </a:endParaRPr>
          </a:p>
          <a:p>
            <a:endParaRPr lang="en-US" dirty="0"/>
          </a:p>
        </p:txBody>
      </p:sp>
    </p:spTree>
    <p:extLst>
      <p:ext uri="{BB962C8B-B14F-4D97-AF65-F5344CB8AC3E}">
        <p14:creationId xmlns:p14="http://schemas.microsoft.com/office/powerpoint/2010/main" val="2854539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35E71-5662-0DC1-6779-B8E2A20DFB24}"/>
              </a:ext>
            </a:extLst>
          </p:cNvPr>
          <p:cNvSpPr>
            <a:spLocks noGrp="1"/>
          </p:cNvSpPr>
          <p:nvPr>
            <p:ph type="title"/>
          </p:nvPr>
        </p:nvSpPr>
        <p:spPr/>
        <p:txBody>
          <a:bodyPr/>
          <a:lstStyle/>
          <a:p>
            <a:r>
              <a:rPr lang="en-US" spc="-80" dirty="0">
                <a:latin typeface="Verdana"/>
                <a:cs typeface="Verdana"/>
              </a:rPr>
              <a:t>A</a:t>
            </a:r>
            <a:r>
              <a:rPr lang="en-US" spc="-65" dirty="0">
                <a:latin typeface="Verdana"/>
                <a:cs typeface="Verdana"/>
              </a:rPr>
              <a:t>d</a:t>
            </a:r>
            <a:r>
              <a:rPr lang="en-US" spc="-175" dirty="0">
                <a:latin typeface="Verdana"/>
                <a:cs typeface="Verdana"/>
              </a:rPr>
              <a:t>v</a:t>
            </a:r>
            <a:r>
              <a:rPr lang="en-US" spc="-10" dirty="0">
                <a:latin typeface="Verdana"/>
                <a:cs typeface="Verdana"/>
              </a:rPr>
              <a:t>a</a:t>
            </a:r>
            <a:r>
              <a:rPr lang="en-US" spc="-145" dirty="0">
                <a:latin typeface="Verdana"/>
                <a:cs typeface="Verdana"/>
              </a:rPr>
              <a:t>n</a:t>
            </a:r>
            <a:r>
              <a:rPr lang="en-US" spc="-185" dirty="0">
                <a:latin typeface="Verdana"/>
                <a:cs typeface="Verdana"/>
              </a:rPr>
              <a:t>t</a:t>
            </a:r>
            <a:r>
              <a:rPr lang="en-US" spc="-10" dirty="0">
                <a:latin typeface="Verdana"/>
                <a:cs typeface="Verdana"/>
              </a:rPr>
              <a:t>a</a:t>
            </a:r>
            <a:r>
              <a:rPr lang="en-US" spc="-20" dirty="0">
                <a:latin typeface="Verdana"/>
                <a:cs typeface="Verdana"/>
              </a:rPr>
              <a:t>g</a:t>
            </a:r>
            <a:r>
              <a:rPr lang="en-US" spc="-114" dirty="0">
                <a:latin typeface="Verdana"/>
                <a:cs typeface="Verdana"/>
              </a:rPr>
              <a:t>e</a:t>
            </a:r>
            <a:r>
              <a:rPr lang="en-US" spc="-135" dirty="0">
                <a:latin typeface="Verdana"/>
                <a:cs typeface="Verdana"/>
              </a:rPr>
              <a:t>s</a:t>
            </a:r>
            <a:r>
              <a:rPr lang="en-US" dirty="0">
                <a:latin typeface="Verdana"/>
                <a:cs typeface="Verdana"/>
              </a:rPr>
              <a:t>	</a:t>
            </a:r>
            <a:r>
              <a:rPr lang="en-US" spc="-40" dirty="0">
                <a:latin typeface="Verdana"/>
                <a:cs typeface="Verdana"/>
              </a:rPr>
              <a:t>o</a:t>
            </a:r>
            <a:r>
              <a:rPr lang="en-US" spc="-50" dirty="0">
                <a:latin typeface="Verdana"/>
                <a:cs typeface="Verdana"/>
              </a:rPr>
              <a:t>f</a:t>
            </a:r>
            <a:r>
              <a:rPr lang="en-US" spc="-190" dirty="0">
                <a:latin typeface="Verdana"/>
                <a:cs typeface="Verdana"/>
              </a:rPr>
              <a:t> </a:t>
            </a:r>
            <a:r>
              <a:rPr lang="en-US" spc="-85" dirty="0">
                <a:latin typeface="Verdana"/>
                <a:cs typeface="Verdana"/>
              </a:rPr>
              <a:t>B</a:t>
            </a:r>
            <a:r>
              <a:rPr lang="en-US" spc="-160" dirty="0">
                <a:latin typeface="Verdana"/>
                <a:cs typeface="Verdana"/>
              </a:rPr>
              <a:t>i</a:t>
            </a:r>
            <a:r>
              <a:rPr lang="en-US" spc="-40" dirty="0">
                <a:latin typeface="Verdana"/>
                <a:cs typeface="Verdana"/>
              </a:rPr>
              <a:t>o</a:t>
            </a:r>
            <a:r>
              <a:rPr lang="en-US" spc="-155" dirty="0">
                <a:latin typeface="Verdana"/>
                <a:cs typeface="Verdana"/>
              </a:rPr>
              <a:t>m</a:t>
            </a:r>
            <a:r>
              <a:rPr lang="en-US" spc="-114" dirty="0">
                <a:latin typeface="Verdana"/>
                <a:cs typeface="Verdana"/>
              </a:rPr>
              <a:t>e</a:t>
            </a:r>
            <a:r>
              <a:rPr lang="en-US" spc="-185" dirty="0">
                <a:latin typeface="Verdana"/>
                <a:cs typeface="Verdana"/>
              </a:rPr>
              <a:t>t</a:t>
            </a:r>
            <a:r>
              <a:rPr lang="en-US" spc="-140" dirty="0">
                <a:latin typeface="Verdana"/>
                <a:cs typeface="Verdana"/>
              </a:rPr>
              <a:t>r</a:t>
            </a:r>
            <a:r>
              <a:rPr lang="en-US" spc="-160" dirty="0">
                <a:latin typeface="Verdana"/>
                <a:cs typeface="Verdana"/>
              </a:rPr>
              <a:t>i</a:t>
            </a:r>
            <a:r>
              <a:rPr lang="en-US" spc="-20" dirty="0">
                <a:latin typeface="Verdana"/>
                <a:cs typeface="Verdana"/>
              </a:rPr>
              <a:t>c</a:t>
            </a:r>
            <a:r>
              <a:rPr lang="en-US" spc="-185" dirty="0">
                <a:latin typeface="Verdana"/>
                <a:cs typeface="Verdana"/>
              </a:rPr>
              <a:t> </a:t>
            </a:r>
            <a:r>
              <a:rPr lang="en-US" spc="-65" dirty="0">
                <a:latin typeface="Verdana"/>
                <a:cs typeface="Verdana"/>
              </a:rPr>
              <a:t>p</a:t>
            </a:r>
            <a:r>
              <a:rPr lang="en-US" spc="-10" dirty="0">
                <a:latin typeface="Verdana"/>
                <a:cs typeface="Verdana"/>
              </a:rPr>
              <a:t>a</a:t>
            </a:r>
            <a:r>
              <a:rPr lang="en-US" spc="-135" dirty="0">
                <a:latin typeface="Verdana"/>
                <a:cs typeface="Verdana"/>
              </a:rPr>
              <a:t>ss</a:t>
            </a:r>
            <a:r>
              <a:rPr lang="en-US" spc="-175" dirty="0">
                <a:latin typeface="Verdana"/>
                <a:cs typeface="Verdana"/>
              </a:rPr>
              <a:t>w</a:t>
            </a:r>
            <a:r>
              <a:rPr lang="en-US" spc="-40" dirty="0">
                <a:latin typeface="Verdana"/>
                <a:cs typeface="Verdana"/>
              </a:rPr>
              <a:t>o</a:t>
            </a:r>
            <a:r>
              <a:rPr lang="en-US" spc="-140" dirty="0">
                <a:latin typeface="Verdana"/>
                <a:cs typeface="Verdana"/>
              </a:rPr>
              <a:t>r</a:t>
            </a:r>
            <a:r>
              <a:rPr lang="en-US" spc="-70" dirty="0">
                <a:latin typeface="Verdana"/>
                <a:cs typeface="Verdana"/>
              </a:rPr>
              <a:t>d</a:t>
            </a:r>
            <a:br>
              <a:rPr lang="en-US" dirty="0">
                <a:latin typeface="Verdana"/>
                <a:cs typeface="Verdana"/>
              </a:rPr>
            </a:br>
            <a:endParaRPr lang="en-US" dirty="0"/>
          </a:p>
        </p:txBody>
      </p:sp>
      <p:sp>
        <p:nvSpPr>
          <p:cNvPr id="3" name="Content Placeholder 2">
            <a:extLst>
              <a:ext uri="{FF2B5EF4-FFF2-40B4-BE49-F238E27FC236}">
                <a16:creationId xmlns:a16="http://schemas.microsoft.com/office/drawing/2014/main" id="{DF446B6A-777F-DE3E-1B2B-5F60CDA8EC3D}"/>
              </a:ext>
            </a:extLst>
          </p:cNvPr>
          <p:cNvSpPr>
            <a:spLocks noGrp="1"/>
          </p:cNvSpPr>
          <p:nvPr>
            <p:ph idx="1"/>
          </p:nvPr>
        </p:nvSpPr>
        <p:spPr/>
        <p:txBody>
          <a:bodyPr/>
          <a:lstStyle/>
          <a:p>
            <a:pPr marL="304800" indent="-292100">
              <a:lnSpc>
                <a:spcPct val="100000"/>
              </a:lnSpc>
              <a:spcBef>
                <a:spcPts val="285"/>
              </a:spcBef>
              <a:buClr>
                <a:srgbClr val="0AD0D9"/>
              </a:buClr>
              <a:buSzPct val="95833"/>
              <a:buFont typeface="Segoe UI Symbol"/>
              <a:buChar char="⚫"/>
              <a:tabLst>
                <a:tab pos="304165" algn="l"/>
                <a:tab pos="304800" algn="l"/>
              </a:tabLst>
            </a:pPr>
            <a:r>
              <a:rPr lang="en-US" spc="95" dirty="0">
                <a:latin typeface="Tahoma"/>
                <a:cs typeface="Tahoma"/>
              </a:rPr>
              <a:t>Hard</a:t>
            </a:r>
            <a:r>
              <a:rPr lang="en-US" spc="-105" dirty="0">
                <a:latin typeface="Tahoma"/>
                <a:cs typeface="Tahoma"/>
              </a:rPr>
              <a:t> </a:t>
            </a:r>
            <a:r>
              <a:rPr lang="en-US" spc="30" dirty="0">
                <a:latin typeface="Tahoma"/>
                <a:cs typeface="Tahoma"/>
              </a:rPr>
              <a:t>to</a:t>
            </a:r>
            <a:r>
              <a:rPr lang="en-US" spc="-100" dirty="0">
                <a:latin typeface="Tahoma"/>
                <a:cs typeface="Tahoma"/>
              </a:rPr>
              <a:t> </a:t>
            </a:r>
            <a:r>
              <a:rPr lang="en-US" spc="75" dirty="0">
                <a:latin typeface="Tahoma"/>
                <a:cs typeface="Tahoma"/>
              </a:rPr>
              <a:t>fake</a:t>
            </a:r>
            <a:r>
              <a:rPr lang="en-US" spc="-110" dirty="0">
                <a:latin typeface="Tahoma"/>
                <a:cs typeface="Tahoma"/>
              </a:rPr>
              <a:t> </a:t>
            </a:r>
            <a:r>
              <a:rPr lang="en-US" spc="60" dirty="0">
                <a:latin typeface="Tahoma"/>
                <a:cs typeface="Tahoma"/>
              </a:rPr>
              <a:t>or</a:t>
            </a:r>
            <a:r>
              <a:rPr lang="en-US" spc="-100" dirty="0">
                <a:latin typeface="Tahoma"/>
                <a:cs typeface="Tahoma"/>
              </a:rPr>
              <a:t> </a:t>
            </a:r>
            <a:r>
              <a:rPr lang="en-US" spc="-25" dirty="0">
                <a:latin typeface="Tahoma"/>
                <a:cs typeface="Tahoma"/>
              </a:rPr>
              <a:t>steal,</a:t>
            </a:r>
            <a:r>
              <a:rPr lang="en-US" spc="-110" dirty="0">
                <a:latin typeface="Tahoma"/>
                <a:cs typeface="Tahoma"/>
              </a:rPr>
              <a:t> </a:t>
            </a:r>
            <a:r>
              <a:rPr lang="en-US" spc="10" dirty="0">
                <a:latin typeface="Tahoma"/>
                <a:cs typeface="Tahoma"/>
              </a:rPr>
              <a:t>unlike</a:t>
            </a:r>
            <a:r>
              <a:rPr lang="en-US" spc="-105" dirty="0">
                <a:latin typeface="Tahoma"/>
                <a:cs typeface="Tahoma"/>
              </a:rPr>
              <a:t> </a:t>
            </a:r>
            <a:r>
              <a:rPr lang="en-US" spc="25" dirty="0">
                <a:latin typeface="Tahoma"/>
                <a:cs typeface="Tahoma"/>
              </a:rPr>
              <a:t>passwords.</a:t>
            </a:r>
            <a:endParaRPr lang="en-US" dirty="0">
              <a:latin typeface="Tahoma"/>
              <a:cs typeface="Tahoma"/>
            </a:endParaRPr>
          </a:p>
          <a:p>
            <a:pPr marL="304800" indent="-292100">
              <a:lnSpc>
                <a:spcPct val="100000"/>
              </a:lnSpc>
              <a:spcBef>
                <a:spcPts val="285"/>
              </a:spcBef>
              <a:buClr>
                <a:srgbClr val="0AD0D9"/>
              </a:buClr>
              <a:buSzPct val="95833"/>
              <a:buFont typeface="Segoe UI Symbol"/>
              <a:buChar char="⚫"/>
              <a:tabLst>
                <a:tab pos="304165" algn="l"/>
                <a:tab pos="304800" algn="l"/>
              </a:tabLst>
            </a:pPr>
            <a:r>
              <a:rPr lang="en-US" spc="65" dirty="0">
                <a:latin typeface="Tahoma"/>
                <a:cs typeface="Tahoma"/>
              </a:rPr>
              <a:t>Ease</a:t>
            </a:r>
            <a:r>
              <a:rPr lang="en-US" spc="-110" dirty="0">
                <a:latin typeface="Tahoma"/>
                <a:cs typeface="Tahoma"/>
              </a:rPr>
              <a:t> </a:t>
            </a:r>
            <a:r>
              <a:rPr lang="en-US" spc="70" dirty="0">
                <a:latin typeface="Tahoma"/>
                <a:cs typeface="Tahoma"/>
              </a:rPr>
              <a:t>of</a:t>
            </a:r>
            <a:r>
              <a:rPr lang="en-US" spc="-110" dirty="0">
                <a:latin typeface="Tahoma"/>
                <a:cs typeface="Tahoma"/>
              </a:rPr>
              <a:t> </a:t>
            </a:r>
            <a:r>
              <a:rPr lang="en-US" spc="30" dirty="0">
                <a:latin typeface="Tahoma"/>
                <a:cs typeface="Tahoma"/>
              </a:rPr>
              <a:t>use</a:t>
            </a:r>
            <a:r>
              <a:rPr lang="en-US" spc="-110" dirty="0">
                <a:latin typeface="Tahoma"/>
                <a:cs typeface="Tahoma"/>
              </a:rPr>
              <a:t> </a:t>
            </a:r>
            <a:r>
              <a:rPr lang="en-US" spc="100" dirty="0">
                <a:latin typeface="Tahoma"/>
                <a:cs typeface="Tahoma"/>
              </a:rPr>
              <a:t>and</a:t>
            </a:r>
            <a:r>
              <a:rPr lang="en-US" spc="-100" dirty="0">
                <a:latin typeface="Tahoma"/>
                <a:cs typeface="Tahoma"/>
              </a:rPr>
              <a:t> </a:t>
            </a:r>
            <a:r>
              <a:rPr lang="en-US" spc="15" dirty="0">
                <a:latin typeface="Tahoma"/>
                <a:cs typeface="Tahoma"/>
              </a:rPr>
              <a:t>convenience.</a:t>
            </a:r>
            <a:endParaRPr lang="en-US" dirty="0">
              <a:latin typeface="Tahoma"/>
              <a:cs typeface="Tahoma"/>
            </a:endParaRPr>
          </a:p>
          <a:p>
            <a:pPr marL="304800" indent="-292100">
              <a:lnSpc>
                <a:spcPct val="100000"/>
              </a:lnSpc>
              <a:spcBef>
                <a:spcPts val="285"/>
              </a:spcBef>
              <a:buClr>
                <a:srgbClr val="0AD0D9"/>
              </a:buClr>
              <a:buSzPct val="95833"/>
              <a:buFont typeface="Segoe UI Symbol"/>
              <a:buChar char="⚫"/>
              <a:tabLst>
                <a:tab pos="304165" algn="l"/>
                <a:tab pos="304800" algn="l"/>
              </a:tabLst>
            </a:pPr>
            <a:r>
              <a:rPr lang="en-US" spc="90" dirty="0">
                <a:latin typeface="Tahoma"/>
                <a:cs typeface="Tahoma"/>
              </a:rPr>
              <a:t>Change</a:t>
            </a:r>
            <a:r>
              <a:rPr lang="en-US" spc="-110" dirty="0">
                <a:latin typeface="Tahoma"/>
                <a:cs typeface="Tahoma"/>
              </a:rPr>
              <a:t> </a:t>
            </a:r>
            <a:r>
              <a:rPr lang="en-US" spc="-30" dirty="0">
                <a:latin typeface="Tahoma"/>
                <a:cs typeface="Tahoma"/>
              </a:rPr>
              <a:t>little</a:t>
            </a:r>
            <a:r>
              <a:rPr lang="en-US" spc="-105" dirty="0">
                <a:latin typeface="Tahoma"/>
                <a:cs typeface="Tahoma"/>
              </a:rPr>
              <a:t> </a:t>
            </a:r>
            <a:r>
              <a:rPr lang="en-US" spc="55" dirty="0">
                <a:latin typeface="Tahoma"/>
                <a:cs typeface="Tahoma"/>
              </a:rPr>
              <a:t>over</a:t>
            </a:r>
            <a:r>
              <a:rPr lang="en-US" spc="-105" dirty="0">
                <a:latin typeface="Tahoma"/>
                <a:cs typeface="Tahoma"/>
              </a:rPr>
              <a:t> </a:t>
            </a:r>
            <a:r>
              <a:rPr lang="en-US" spc="165" dirty="0">
                <a:latin typeface="Tahoma"/>
                <a:cs typeface="Tahoma"/>
              </a:rPr>
              <a:t>a</a:t>
            </a:r>
            <a:r>
              <a:rPr lang="en-US" spc="-100" dirty="0">
                <a:latin typeface="Tahoma"/>
                <a:cs typeface="Tahoma"/>
              </a:rPr>
              <a:t> </a:t>
            </a:r>
            <a:r>
              <a:rPr lang="en-US" spc="5" dirty="0">
                <a:latin typeface="Tahoma"/>
                <a:cs typeface="Tahoma"/>
              </a:rPr>
              <a:t>user’s</a:t>
            </a:r>
            <a:r>
              <a:rPr lang="en-US" spc="-110" dirty="0">
                <a:latin typeface="Tahoma"/>
                <a:cs typeface="Tahoma"/>
              </a:rPr>
              <a:t> </a:t>
            </a:r>
            <a:r>
              <a:rPr lang="en-US" spc="-75" dirty="0">
                <a:latin typeface="Tahoma"/>
                <a:cs typeface="Tahoma"/>
              </a:rPr>
              <a:t>life.</a:t>
            </a:r>
            <a:endParaRPr lang="en-US" dirty="0">
              <a:latin typeface="Tahoma"/>
              <a:cs typeface="Tahoma"/>
            </a:endParaRPr>
          </a:p>
          <a:p>
            <a:pPr marL="304800" indent="-292100">
              <a:lnSpc>
                <a:spcPct val="100000"/>
              </a:lnSpc>
              <a:spcBef>
                <a:spcPts val="285"/>
              </a:spcBef>
              <a:buClr>
                <a:srgbClr val="0AD0D9"/>
              </a:buClr>
              <a:buSzPct val="95833"/>
              <a:buFont typeface="Segoe UI Symbol"/>
              <a:buChar char="⚫"/>
              <a:tabLst>
                <a:tab pos="304165" algn="l"/>
                <a:tab pos="304800" algn="l"/>
              </a:tabLst>
            </a:pPr>
            <a:r>
              <a:rPr lang="en-US" spc="60" dirty="0">
                <a:latin typeface="Tahoma"/>
                <a:cs typeface="Tahoma"/>
              </a:rPr>
              <a:t>Are</a:t>
            </a:r>
            <a:r>
              <a:rPr lang="en-US" spc="-125" dirty="0">
                <a:latin typeface="Tahoma"/>
                <a:cs typeface="Tahoma"/>
              </a:rPr>
              <a:t> </a:t>
            </a:r>
            <a:r>
              <a:rPr lang="en-US" spc="25" dirty="0">
                <a:latin typeface="Tahoma"/>
                <a:cs typeface="Tahoma"/>
              </a:rPr>
              <a:t>non-transferrable.</a:t>
            </a:r>
            <a:endParaRPr lang="en-US" dirty="0">
              <a:latin typeface="Tahoma"/>
              <a:cs typeface="Tahoma"/>
            </a:endParaRPr>
          </a:p>
          <a:p>
            <a:pPr marL="304800" indent="-292100">
              <a:lnSpc>
                <a:spcPct val="100000"/>
              </a:lnSpc>
              <a:spcBef>
                <a:spcPts val="285"/>
              </a:spcBef>
              <a:buClr>
                <a:srgbClr val="0AD0D9"/>
              </a:buClr>
              <a:buSzPct val="95833"/>
              <a:buFont typeface="Segoe UI Symbol"/>
              <a:buChar char="⚫"/>
              <a:tabLst>
                <a:tab pos="304165" algn="l"/>
                <a:tab pos="304800" algn="l"/>
              </a:tabLst>
            </a:pPr>
            <a:r>
              <a:rPr lang="en-US" spc="55" dirty="0">
                <a:latin typeface="Tahoma"/>
                <a:cs typeface="Tahoma"/>
              </a:rPr>
              <a:t>Templates</a:t>
            </a:r>
            <a:r>
              <a:rPr lang="en-US" spc="-114" dirty="0">
                <a:latin typeface="Tahoma"/>
                <a:cs typeface="Tahoma"/>
              </a:rPr>
              <a:t> </a:t>
            </a:r>
            <a:r>
              <a:rPr lang="en-US" spc="55" dirty="0">
                <a:latin typeface="Tahoma"/>
                <a:cs typeface="Tahoma"/>
              </a:rPr>
              <a:t>take</a:t>
            </a:r>
            <a:r>
              <a:rPr lang="en-US" spc="-110" dirty="0">
                <a:latin typeface="Tahoma"/>
                <a:cs typeface="Tahoma"/>
              </a:rPr>
              <a:t> </a:t>
            </a:r>
            <a:r>
              <a:rPr lang="en-US" spc="50" dirty="0">
                <a:latin typeface="Tahoma"/>
                <a:cs typeface="Tahoma"/>
              </a:rPr>
              <a:t>up</a:t>
            </a:r>
            <a:r>
              <a:rPr lang="en-US" spc="-105" dirty="0">
                <a:latin typeface="Tahoma"/>
                <a:cs typeface="Tahoma"/>
              </a:rPr>
              <a:t> </a:t>
            </a:r>
            <a:r>
              <a:rPr lang="en-US" spc="25" dirty="0">
                <a:latin typeface="Tahoma"/>
                <a:cs typeface="Tahoma"/>
              </a:rPr>
              <a:t>less</a:t>
            </a:r>
            <a:r>
              <a:rPr lang="en-US" spc="-110" dirty="0">
                <a:latin typeface="Tahoma"/>
                <a:cs typeface="Tahoma"/>
              </a:rPr>
              <a:t> </a:t>
            </a:r>
            <a:r>
              <a:rPr lang="en-US" spc="15" dirty="0">
                <a:latin typeface="Tahoma"/>
                <a:cs typeface="Tahoma"/>
              </a:rPr>
              <a:t>storage.</a:t>
            </a:r>
            <a:endParaRPr lang="en-US" dirty="0">
              <a:latin typeface="Tahoma"/>
              <a:cs typeface="Tahoma"/>
            </a:endParaRPr>
          </a:p>
          <a:p>
            <a:endParaRPr lang="en-US" dirty="0"/>
          </a:p>
        </p:txBody>
      </p:sp>
    </p:spTree>
    <p:extLst>
      <p:ext uri="{BB962C8B-B14F-4D97-AF65-F5344CB8AC3E}">
        <p14:creationId xmlns:p14="http://schemas.microsoft.com/office/powerpoint/2010/main" val="1118172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6B908-8681-2BEE-B60F-825A43E9ACC5}"/>
              </a:ext>
            </a:extLst>
          </p:cNvPr>
          <p:cNvSpPr>
            <a:spLocks noGrp="1"/>
          </p:cNvSpPr>
          <p:nvPr>
            <p:ph type="title"/>
          </p:nvPr>
        </p:nvSpPr>
        <p:spPr/>
        <p:txBody>
          <a:bodyPr/>
          <a:lstStyle/>
          <a:p>
            <a:r>
              <a:rPr lang="en-US" b="1" dirty="0"/>
              <a:t>Disadvantages of Biometric Password</a:t>
            </a:r>
          </a:p>
        </p:txBody>
      </p:sp>
      <p:sp>
        <p:nvSpPr>
          <p:cNvPr id="3" name="Content Placeholder 2">
            <a:extLst>
              <a:ext uri="{FF2B5EF4-FFF2-40B4-BE49-F238E27FC236}">
                <a16:creationId xmlns:a16="http://schemas.microsoft.com/office/drawing/2014/main" id="{FF513296-B820-CFDF-1238-64999CA59388}"/>
              </a:ext>
            </a:extLst>
          </p:cNvPr>
          <p:cNvSpPr>
            <a:spLocks noGrp="1"/>
          </p:cNvSpPr>
          <p:nvPr>
            <p:ph idx="1"/>
          </p:nvPr>
        </p:nvSpPr>
        <p:spPr/>
        <p:txBody>
          <a:bodyPr/>
          <a:lstStyle/>
          <a:p>
            <a:pPr marL="326390" indent="-313690">
              <a:lnSpc>
                <a:spcPct val="100000"/>
              </a:lnSpc>
              <a:spcBef>
                <a:spcPts val="720"/>
              </a:spcBef>
              <a:buClr>
                <a:srgbClr val="0AD0D9"/>
              </a:buClr>
              <a:buSzPct val="94230"/>
              <a:buFont typeface="Segoe UI Symbol"/>
              <a:buChar char="⚫"/>
              <a:tabLst>
                <a:tab pos="325755" algn="l"/>
                <a:tab pos="326390" algn="l"/>
              </a:tabLst>
            </a:pPr>
            <a:r>
              <a:rPr lang="en-US" spc="-200" dirty="0"/>
              <a:t>It</a:t>
            </a:r>
            <a:r>
              <a:rPr lang="en-US" spc="-120" dirty="0"/>
              <a:t> </a:t>
            </a:r>
            <a:r>
              <a:rPr lang="en-US" spc="-10" dirty="0"/>
              <a:t>is</a:t>
            </a:r>
            <a:r>
              <a:rPr lang="en-US" spc="-114" dirty="0"/>
              <a:t> </a:t>
            </a:r>
            <a:r>
              <a:rPr lang="en-US" spc="60" dirty="0"/>
              <a:t>costly</a:t>
            </a:r>
            <a:r>
              <a:rPr lang="en-US" spc="-120" dirty="0"/>
              <a:t> </a:t>
            </a:r>
            <a:r>
              <a:rPr lang="en-US" spc="35" dirty="0"/>
              <a:t>to</a:t>
            </a:r>
            <a:r>
              <a:rPr lang="en-US" spc="-120" dirty="0"/>
              <a:t> </a:t>
            </a:r>
            <a:r>
              <a:rPr lang="en-US" spc="55" dirty="0"/>
              <a:t>get</a:t>
            </a:r>
            <a:r>
              <a:rPr lang="en-US" spc="-120" dirty="0"/>
              <a:t> </a:t>
            </a:r>
            <a:r>
              <a:rPr lang="en-US" spc="185" dirty="0"/>
              <a:t>a</a:t>
            </a:r>
            <a:r>
              <a:rPr lang="en-US" spc="-120" dirty="0"/>
              <a:t> </a:t>
            </a:r>
            <a:r>
              <a:rPr lang="en-US" spc="45" dirty="0"/>
              <a:t>biometric</a:t>
            </a:r>
            <a:r>
              <a:rPr lang="en-US" spc="-114" dirty="0"/>
              <a:t> </a:t>
            </a:r>
            <a:r>
              <a:rPr lang="en-US" spc="70" dirty="0"/>
              <a:t>system</a:t>
            </a:r>
            <a:r>
              <a:rPr lang="en-US" spc="-120" dirty="0"/>
              <a:t> </a:t>
            </a:r>
            <a:r>
              <a:rPr lang="en-US" spc="60" dirty="0"/>
              <a:t>up</a:t>
            </a:r>
            <a:r>
              <a:rPr lang="en-US" spc="-114" dirty="0"/>
              <a:t> </a:t>
            </a:r>
            <a:r>
              <a:rPr lang="en-US" spc="105" dirty="0"/>
              <a:t>and</a:t>
            </a:r>
            <a:r>
              <a:rPr lang="en-US" spc="-120" dirty="0"/>
              <a:t> </a:t>
            </a:r>
            <a:r>
              <a:rPr lang="en-US" spc="-20" dirty="0"/>
              <a:t>running.</a:t>
            </a:r>
          </a:p>
          <a:p>
            <a:pPr marL="286385" marR="695325" indent="-274320">
              <a:lnSpc>
                <a:spcPct val="100000"/>
              </a:lnSpc>
              <a:spcBef>
                <a:spcPts val="620"/>
              </a:spcBef>
              <a:buClr>
                <a:srgbClr val="0AD0D9"/>
              </a:buClr>
              <a:buSzPct val="94230"/>
              <a:buFont typeface="Segoe UI Symbol"/>
              <a:buChar char="⚫"/>
              <a:tabLst>
                <a:tab pos="325755" algn="l"/>
                <a:tab pos="326390" algn="l"/>
              </a:tabLst>
            </a:pPr>
            <a:r>
              <a:rPr lang="en-US" dirty="0"/>
              <a:t>	</a:t>
            </a:r>
            <a:r>
              <a:rPr lang="en-US" spc="-345" dirty="0"/>
              <a:t>I</a:t>
            </a:r>
            <a:r>
              <a:rPr lang="en-US" spc="35" dirty="0"/>
              <a:t>f</a:t>
            </a:r>
            <a:r>
              <a:rPr lang="en-US" spc="-114" dirty="0"/>
              <a:t> </a:t>
            </a:r>
            <a:r>
              <a:rPr lang="en-US" spc="-55" dirty="0"/>
              <a:t>t</a:t>
            </a:r>
            <a:r>
              <a:rPr lang="en-US" spc="5" dirty="0"/>
              <a:t>h</a:t>
            </a:r>
            <a:r>
              <a:rPr lang="en-US" spc="55" dirty="0"/>
              <a:t>e</a:t>
            </a:r>
            <a:r>
              <a:rPr lang="en-US" spc="-114" dirty="0"/>
              <a:t> </a:t>
            </a:r>
            <a:r>
              <a:rPr lang="en-US" spc="45" dirty="0"/>
              <a:t>s</a:t>
            </a:r>
            <a:r>
              <a:rPr lang="en-US" spc="160" dirty="0"/>
              <a:t>y</a:t>
            </a:r>
            <a:r>
              <a:rPr lang="en-US" spc="45" dirty="0"/>
              <a:t>s</a:t>
            </a:r>
            <a:r>
              <a:rPr lang="en-US" spc="-55" dirty="0"/>
              <a:t>t</a:t>
            </a:r>
            <a:r>
              <a:rPr lang="en-US" spc="50" dirty="0"/>
              <a:t>e</a:t>
            </a:r>
            <a:r>
              <a:rPr lang="en-US" spc="180" dirty="0"/>
              <a:t>m</a:t>
            </a:r>
            <a:r>
              <a:rPr lang="en-US" spc="-120" dirty="0"/>
              <a:t> </a:t>
            </a:r>
            <a:r>
              <a:rPr lang="en-US" spc="35" dirty="0"/>
              <a:t>f</a:t>
            </a:r>
            <a:r>
              <a:rPr lang="en-US" spc="180" dirty="0"/>
              <a:t>a</a:t>
            </a:r>
            <a:r>
              <a:rPr lang="en-US" spc="-65" dirty="0"/>
              <a:t>i</a:t>
            </a:r>
            <a:r>
              <a:rPr lang="en-US" spc="-40" dirty="0"/>
              <a:t>l</a:t>
            </a:r>
            <a:r>
              <a:rPr lang="en-US" spc="50" dirty="0"/>
              <a:t>s</a:t>
            </a:r>
            <a:r>
              <a:rPr lang="en-US" spc="-114" dirty="0"/>
              <a:t> </a:t>
            </a:r>
            <a:r>
              <a:rPr lang="en-US" spc="-55" dirty="0"/>
              <a:t>t</a:t>
            </a:r>
            <a:r>
              <a:rPr lang="en-US" spc="120" dirty="0"/>
              <a:t>o</a:t>
            </a:r>
            <a:r>
              <a:rPr lang="en-US" spc="-120" dirty="0"/>
              <a:t> </a:t>
            </a:r>
            <a:r>
              <a:rPr lang="en-US" spc="130" dirty="0"/>
              <a:t>c</a:t>
            </a:r>
            <a:r>
              <a:rPr lang="en-US" spc="180" dirty="0"/>
              <a:t>a</a:t>
            </a:r>
            <a:r>
              <a:rPr lang="en-US" spc="105" dirty="0"/>
              <a:t>p</a:t>
            </a:r>
            <a:r>
              <a:rPr lang="en-US" spc="-55" dirty="0"/>
              <a:t>t</a:t>
            </a:r>
            <a:r>
              <a:rPr lang="en-US" spc="10" dirty="0"/>
              <a:t>u</a:t>
            </a:r>
            <a:r>
              <a:rPr lang="en-US" spc="15" dirty="0"/>
              <a:t>r</a:t>
            </a:r>
            <a:r>
              <a:rPr lang="en-US" spc="55" dirty="0"/>
              <a:t>e</a:t>
            </a:r>
            <a:r>
              <a:rPr lang="en-US" spc="-114" dirty="0"/>
              <a:t> </a:t>
            </a:r>
            <a:r>
              <a:rPr lang="en-US" spc="180" dirty="0"/>
              <a:t>a</a:t>
            </a:r>
            <a:r>
              <a:rPr lang="en-US" spc="-40" dirty="0"/>
              <a:t>l</a:t>
            </a:r>
            <a:r>
              <a:rPr lang="en-US" spc="-35" dirty="0"/>
              <a:t>l</a:t>
            </a:r>
            <a:r>
              <a:rPr lang="en-US" spc="-120" dirty="0"/>
              <a:t> </a:t>
            </a:r>
            <a:r>
              <a:rPr lang="en-US" spc="114" dirty="0"/>
              <a:t>o</a:t>
            </a:r>
            <a:r>
              <a:rPr lang="en-US" spc="35" dirty="0"/>
              <a:t>f</a:t>
            </a:r>
            <a:r>
              <a:rPr lang="en-US" spc="-114" dirty="0"/>
              <a:t> </a:t>
            </a:r>
            <a:r>
              <a:rPr lang="en-US" spc="-55" dirty="0"/>
              <a:t>t</a:t>
            </a:r>
            <a:r>
              <a:rPr lang="en-US" spc="5" dirty="0"/>
              <a:t>h</a:t>
            </a:r>
            <a:r>
              <a:rPr lang="en-US" spc="55" dirty="0"/>
              <a:t>e</a:t>
            </a:r>
            <a:r>
              <a:rPr lang="en-US" spc="-114" dirty="0"/>
              <a:t> </a:t>
            </a:r>
            <a:r>
              <a:rPr lang="en-US" spc="105" dirty="0"/>
              <a:t>b</a:t>
            </a:r>
            <a:r>
              <a:rPr lang="en-US" spc="-65" dirty="0"/>
              <a:t>i</a:t>
            </a:r>
            <a:r>
              <a:rPr lang="en-US" spc="114" dirty="0"/>
              <a:t>o</a:t>
            </a:r>
            <a:r>
              <a:rPr lang="en-US" spc="175" dirty="0"/>
              <a:t>m</a:t>
            </a:r>
            <a:r>
              <a:rPr lang="en-US" spc="50" dirty="0"/>
              <a:t>e</a:t>
            </a:r>
            <a:r>
              <a:rPr lang="en-US" spc="-55" dirty="0"/>
              <a:t>t</a:t>
            </a:r>
            <a:r>
              <a:rPr lang="en-US" spc="15" dirty="0"/>
              <a:t>r</a:t>
            </a:r>
            <a:r>
              <a:rPr lang="en-US" spc="-65" dirty="0"/>
              <a:t>i</a:t>
            </a:r>
            <a:r>
              <a:rPr lang="en-US" spc="105" dirty="0"/>
              <a:t>c  </a:t>
            </a:r>
            <a:r>
              <a:rPr lang="en-US" spc="10" dirty="0"/>
              <a:t>data,</a:t>
            </a:r>
            <a:r>
              <a:rPr lang="en-US" spc="-120" dirty="0"/>
              <a:t> </a:t>
            </a:r>
            <a:r>
              <a:rPr lang="en-US" spc="-55" dirty="0"/>
              <a:t>it</a:t>
            </a:r>
            <a:r>
              <a:rPr lang="en-US" spc="-120" dirty="0"/>
              <a:t> </a:t>
            </a:r>
            <a:r>
              <a:rPr lang="en-US" spc="114" dirty="0"/>
              <a:t>can</a:t>
            </a:r>
            <a:r>
              <a:rPr lang="en-US" spc="-120" dirty="0"/>
              <a:t> </a:t>
            </a:r>
            <a:r>
              <a:rPr lang="en-US" spc="75" dirty="0"/>
              <a:t>lead</a:t>
            </a:r>
            <a:r>
              <a:rPr lang="en-US" spc="-120" dirty="0"/>
              <a:t> </a:t>
            </a:r>
            <a:r>
              <a:rPr lang="en-US" spc="35" dirty="0"/>
              <a:t>to</a:t>
            </a:r>
            <a:r>
              <a:rPr lang="en-US" spc="-120" dirty="0"/>
              <a:t> </a:t>
            </a:r>
            <a:r>
              <a:rPr lang="en-US" spc="25" dirty="0"/>
              <a:t>failure</a:t>
            </a:r>
            <a:r>
              <a:rPr lang="en-US" spc="-114" dirty="0"/>
              <a:t> </a:t>
            </a:r>
            <a:r>
              <a:rPr lang="en-US" spc="-15" dirty="0"/>
              <a:t>in</a:t>
            </a:r>
            <a:r>
              <a:rPr lang="en-US" spc="-120" dirty="0"/>
              <a:t> </a:t>
            </a:r>
            <a:r>
              <a:rPr lang="en-US" spc="30" dirty="0"/>
              <a:t>identifying</a:t>
            </a:r>
            <a:r>
              <a:rPr lang="en-US" spc="-114" dirty="0"/>
              <a:t> </a:t>
            </a:r>
            <a:r>
              <a:rPr lang="en-US" spc="185" dirty="0"/>
              <a:t>a</a:t>
            </a:r>
            <a:r>
              <a:rPr lang="en-US" spc="-120" dirty="0"/>
              <a:t> </a:t>
            </a:r>
            <a:r>
              <a:rPr lang="en-US" spc="-50" dirty="0"/>
              <a:t>user.</a:t>
            </a:r>
          </a:p>
          <a:p>
            <a:pPr marL="286385" marR="1050925" indent="-274320">
              <a:lnSpc>
                <a:spcPct val="100000"/>
              </a:lnSpc>
              <a:spcBef>
                <a:spcPts val="620"/>
              </a:spcBef>
              <a:buClr>
                <a:srgbClr val="0AD0D9"/>
              </a:buClr>
              <a:buSzPct val="94230"/>
              <a:buFont typeface="Segoe UI Symbol"/>
              <a:buChar char="⚫"/>
              <a:tabLst>
                <a:tab pos="325755" algn="l"/>
                <a:tab pos="326390" algn="l"/>
              </a:tabLst>
            </a:pPr>
            <a:r>
              <a:rPr lang="en-US" dirty="0"/>
              <a:t>	</a:t>
            </a:r>
            <a:r>
              <a:rPr lang="en-US" spc="90" dirty="0"/>
              <a:t>Databases</a:t>
            </a:r>
            <a:r>
              <a:rPr lang="en-US" spc="-114" dirty="0"/>
              <a:t> </a:t>
            </a:r>
            <a:r>
              <a:rPr lang="en-US" spc="45" dirty="0"/>
              <a:t>holding</a:t>
            </a:r>
            <a:r>
              <a:rPr lang="en-US" spc="-110" dirty="0"/>
              <a:t> </a:t>
            </a:r>
            <a:r>
              <a:rPr lang="en-US" spc="45" dirty="0"/>
              <a:t>biometric</a:t>
            </a:r>
            <a:r>
              <a:rPr lang="en-US" spc="-114" dirty="0"/>
              <a:t> </a:t>
            </a:r>
            <a:r>
              <a:rPr lang="en-US" spc="105" dirty="0"/>
              <a:t>data</a:t>
            </a:r>
            <a:r>
              <a:rPr lang="en-US" spc="-114" dirty="0"/>
              <a:t> </a:t>
            </a:r>
            <a:r>
              <a:rPr lang="en-US" spc="114" dirty="0"/>
              <a:t>can</a:t>
            </a:r>
            <a:r>
              <a:rPr lang="en-US" spc="-120" dirty="0"/>
              <a:t> </a:t>
            </a:r>
            <a:r>
              <a:rPr lang="en-US" spc="-30" dirty="0"/>
              <a:t>still</a:t>
            </a:r>
            <a:r>
              <a:rPr lang="en-US" spc="-114" dirty="0"/>
              <a:t> </a:t>
            </a:r>
            <a:r>
              <a:rPr lang="en-US" spc="80" dirty="0"/>
              <a:t>be </a:t>
            </a:r>
            <a:r>
              <a:rPr lang="en-US" spc="-800" dirty="0"/>
              <a:t> </a:t>
            </a:r>
            <a:r>
              <a:rPr lang="en-US" spc="20" dirty="0"/>
              <a:t>hacked.</a:t>
            </a:r>
          </a:p>
          <a:p>
            <a:pPr marL="286385" marR="417830" indent="-274320">
              <a:lnSpc>
                <a:spcPct val="100000"/>
              </a:lnSpc>
              <a:spcBef>
                <a:spcPts val="620"/>
              </a:spcBef>
              <a:buClr>
                <a:srgbClr val="0AD0D9"/>
              </a:buClr>
              <a:buSzPct val="94230"/>
              <a:buFont typeface="Segoe UI Symbol"/>
              <a:buChar char="⚫"/>
              <a:tabLst>
                <a:tab pos="325755" algn="l"/>
                <a:tab pos="326390" algn="l"/>
              </a:tabLst>
            </a:pPr>
            <a:r>
              <a:rPr lang="en-US" dirty="0"/>
              <a:t>	</a:t>
            </a:r>
            <a:r>
              <a:rPr lang="en-US" spc="35" dirty="0"/>
              <a:t>Errors</a:t>
            </a:r>
            <a:r>
              <a:rPr lang="en-US" spc="-120" dirty="0"/>
              <a:t> </a:t>
            </a:r>
            <a:r>
              <a:rPr lang="en-US" spc="50" dirty="0"/>
              <a:t>such</a:t>
            </a:r>
            <a:r>
              <a:rPr lang="en-US" spc="-120" dirty="0"/>
              <a:t> </a:t>
            </a:r>
            <a:r>
              <a:rPr lang="en-US" spc="114" dirty="0"/>
              <a:t>as</a:t>
            </a:r>
            <a:r>
              <a:rPr lang="en-US" spc="-120" dirty="0"/>
              <a:t> </a:t>
            </a:r>
            <a:r>
              <a:rPr lang="en-US" spc="55" dirty="0"/>
              <a:t>false</a:t>
            </a:r>
            <a:r>
              <a:rPr lang="en-US" spc="-114" dirty="0"/>
              <a:t> </a:t>
            </a:r>
            <a:r>
              <a:rPr lang="en-US" spc="30" dirty="0"/>
              <a:t>rejects</a:t>
            </a:r>
            <a:r>
              <a:rPr lang="en-US" spc="-120" dirty="0"/>
              <a:t> </a:t>
            </a:r>
            <a:r>
              <a:rPr lang="en-US" spc="105" dirty="0"/>
              <a:t>and</a:t>
            </a:r>
            <a:r>
              <a:rPr lang="en-US" spc="-120" dirty="0"/>
              <a:t> </a:t>
            </a:r>
            <a:r>
              <a:rPr lang="en-US" spc="55" dirty="0"/>
              <a:t>false</a:t>
            </a:r>
            <a:r>
              <a:rPr lang="en-US" spc="-120" dirty="0"/>
              <a:t> </a:t>
            </a:r>
            <a:r>
              <a:rPr lang="en-US" spc="85" dirty="0"/>
              <a:t>accepts</a:t>
            </a:r>
            <a:r>
              <a:rPr lang="en-US" spc="-114" dirty="0"/>
              <a:t> </a:t>
            </a:r>
            <a:r>
              <a:rPr lang="en-US" spc="114" dirty="0"/>
              <a:t>can </a:t>
            </a:r>
            <a:r>
              <a:rPr lang="en-US" spc="-800" dirty="0"/>
              <a:t> </a:t>
            </a:r>
            <a:r>
              <a:rPr lang="en-US" spc="-30" dirty="0"/>
              <a:t>still</a:t>
            </a:r>
            <a:r>
              <a:rPr lang="en-US" spc="-125" dirty="0"/>
              <a:t> </a:t>
            </a:r>
            <a:r>
              <a:rPr lang="en-US" spc="15" dirty="0"/>
              <a:t>happen.</a:t>
            </a:r>
          </a:p>
          <a:p>
            <a:pPr marL="286385" marR="354965" indent="-274320">
              <a:lnSpc>
                <a:spcPct val="100000"/>
              </a:lnSpc>
              <a:spcBef>
                <a:spcPts val="620"/>
              </a:spcBef>
              <a:buClr>
                <a:srgbClr val="0AD0D9"/>
              </a:buClr>
              <a:buSzPct val="94230"/>
              <a:buFont typeface="Segoe UI Symbol"/>
              <a:buChar char="⚫"/>
              <a:tabLst>
                <a:tab pos="325755" algn="l"/>
                <a:tab pos="326390" algn="l"/>
              </a:tabLst>
            </a:pPr>
            <a:r>
              <a:rPr lang="en-US" dirty="0"/>
              <a:t>	</a:t>
            </a:r>
            <a:r>
              <a:rPr lang="en-US" spc="-345" dirty="0"/>
              <a:t>I</a:t>
            </a:r>
            <a:r>
              <a:rPr lang="en-US" spc="35" dirty="0"/>
              <a:t>f</a:t>
            </a:r>
            <a:r>
              <a:rPr lang="en-US" spc="-114" dirty="0"/>
              <a:t> </a:t>
            </a:r>
            <a:r>
              <a:rPr lang="en-US" spc="185" dirty="0"/>
              <a:t>a</a:t>
            </a:r>
            <a:r>
              <a:rPr lang="en-US" spc="-120" dirty="0"/>
              <a:t> </a:t>
            </a:r>
            <a:r>
              <a:rPr lang="en-US" spc="10" dirty="0"/>
              <a:t>u</a:t>
            </a:r>
            <a:r>
              <a:rPr lang="en-US" spc="45" dirty="0"/>
              <a:t>s</a:t>
            </a:r>
            <a:r>
              <a:rPr lang="en-US" spc="50" dirty="0"/>
              <a:t>e</a:t>
            </a:r>
            <a:r>
              <a:rPr lang="en-US" spc="20" dirty="0"/>
              <a:t>r</a:t>
            </a:r>
            <a:r>
              <a:rPr lang="en-US" spc="-120" dirty="0"/>
              <a:t> </a:t>
            </a:r>
            <a:r>
              <a:rPr lang="en-US" spc="160" dirty="0"/>
              <a:t>g</a:t>
            </a:r>
            <a:r>
              <a:rPr lang="en-US" spc="50" dirty="0"/>
              <a:t>e</a:t>
            </a:r>
            <a:r>
              <a:rPr lang="en-US" spc="-55" dirty="0"/>
              <a:t>t</a:t>
            </a:r>
            <a:r>
              <a:rPr lang="en-US" spc="50" dirty="0"/>
              <a:t>s</a:t>
            </a:r>
            <a:r>
              <a:rPr lang="en-US" spc="-114" dirty="0"/>
              <a:t> </a:t>
            </a:r>
            <a:r>
              <a:rPr lang="en-US" spc="-65" dirty="0"/>
              <a:t>i</a:t>
            </a:r>
            <a:r>
              <a:rPr lang="en-US" spc="30" dirty="0"/>
              <a:t>n</a:t>
            </a:r>
            <a:r>
              <a:rPr lang="en-US" spc="-40" dirty="0"/>
              <a:t>j</a:t>
            </a:r>
            <a:r>
              <a:rPr lang="en-US" spc="10" dirty="0"/>
              <a:t>u</a:t>
            </a:r>
            <a:r>
              <a:rPr lang="en-US" spc="15" dirty="0"/>
              <a:t>r</a:t>
            </a:r>
            <a:r>
              <a:rPr lang="en-US" spc="50" dirty="0"/>
              <a:t>e</a:t>
            </a:r>
            <a:r>
              <a:rPr lang="en-US" spc="105" dirty="0"/>
              <a:t>d</a:t>
            </a:r>
            <a:r>
              <a:rPr lang="en-US" spc="-355" dirty="0"/>
              <a:t>,</a:t>
            </a:r>
            <a:r>
              <a:rPr lang="en-US" spc="-114" dirty="0"/>
              <a:t> </a:t>
            </a:r>
            <a:r>
              <a:rPr lang="en-US" spc="-55" dirty="0"/>
              <a:t>t</a:t>
            </a:r>
            <a:r>
              <a:rPr lang="en-US" spc="5" dirty="0"/>
              <a:t>h</a:t>
            </a:r>
            <a:r>
              <a:rPr lang="en-US" spc="50" dirty="0"/>
              <a:t>e</a:t>
            </a:r>
            <a:r>
              <a:rPr lang="en-US" spc="40" dirty="0"/>
              <a:t>n</a:t>
            </a:r>
            <a:r>
              <a:rPr lang="en-US" spc="-120" dirty="0"/>
              <a:t> </a:t>
            </a:r>
            <a:r>
              <a:rPr lang="en-US" spc="185" dirty="0"/>
              <a:t>a</a:t>
            </a:r>
            <a:r>
              <a:rPr lang="en-US" spc="-120" dirty="0"/>
              <a:t> </a:t>
            </a:r>
            <a:r>
              <a:rPr lang="en-US" spc="105" dirty="0"/>
              <a:t>b</a:t>
            </a:r>
            <a:r>
              <a:rPr lang="en-US" spc="-65" dirty="0"/>
              <a:t>i</a:t>
            </a:r>
            <a:r>
              <a:rPr lang="en-US" spc="114" dirty="0"/>
              <a:t>o</a:t>
            </a:r>
            <a:r>
              <a:rPr lang="en-US" spc="175" dirty="0"/>
              <a:t>m</a:t>
            </a:r>
            <a:r>
              <a:rPr lang="en-US" spc="50" dirty="0"/>
              <a:t>e</a:t>
            </a:r>
            <a:r>
              <a:rPr lang="en-US" spc="-55" dirty="0"/>
              <a:t>t</a:t>
            </a:r>
            <a:r>
              <a:rPr lang="en-US" spc="15" dirty="0"/>
              <a:t>r</a:t>
            </a:r>
            <a:r>
              <a:rPr lang="en-US" spc="-65" dirty="0"/>
              <a:t>i</a:t>
            </a:r>
            <a:r>
              <a:rPr lang="en-US" spc="105" dirty="0"/>
              <a:t>c  </a:t>
            </a:r>
            <a:r>
              <a:rPr lang="en-US" spc="30" dirty="0"/>
              <a:t>authentication</a:t>
            </a:r>
            <a:r>
              <a:rPr lang="en-US" spc="-120" dirty="0"/>
              <a:t> </a:t>
            </a:r>
            <a:r>
              <a:rPr lang="en-US" spc="70" dirty="0"/>
              <a:t>system</a:t>
            </a:r>
            <a:r>
              <a:rPr lang="en-US" spc="-114" dirty="0"/>
              <a:t> </a:t>
            </a:r>
            <a:r>
              <a:rPr lang="en-US" spc="175" dirty="0"/>
              <a:t>may</a:t>
            </a:r>
            <a:r>
              <a:rPr lang="en-US" spc="-114" dirty="0"/>
              <a:t> </a:t>
            </a:r>
            <a:r>
              <a:rPr lang="en-US" spc="30" dirty="0"/>
              <a:t>not</a:t>
            </a:r>
            <a:r>
              <a:rPr lang="en-US" spc="-114" dirty="0"/>
              <a:t> </a:t>
            </a:r>
            <a:r>
              <a:rPr lang="en-US" spc="50" dirty="0"/>
              <a:t>work</a:t>
            </a:r>
            <a:r>
              <a:rPr lang="en-US" spc="-114" dirty="0"/>
              <a:t> </a:t>
            </a:r>
            <a:r>
              <a:rPr lang="en-US" spc="40" dirty="0"/>
              <a:t>(for</a:t>
            </a:r>
            <a:r>
              <a:rPr lang="en-US" spc="-114" dirty="0"/>
              <a:t> </a:t>
            </a:r>
            <a:r>
              <a:rPr lang="en-US" spc="70" dirty="0"/>
              <a:t>example </a:t>
            </a:r>
            <a:r>
              <a:rPr lang="en-US" spc="-795" dirty="0"/>
              <a:t> </a:t>
            </a:r>
            <a:r>
              <a:rPr lang="en-US" spc="30" dirty="0"/>
              <a:t>user </a:t>
            </a:r>
            <a:r>
              <a:rPr lang="en-US" spc="40" dirty="0"/>
              <a:t>burns </a:t>
            </a:r>
            <a:r>
              <a:rPr lang="en-US" spc="-10" dirty="0"/>
              <a:t>their </a:t>
            </a:r>
            <a:r>
              <a:rPr lang="en-US" spc="-5" dirty="0"/>
              <a:t>hand, </a:t>
            </a:r>
            <a:r>
              <a:rPr lang="en-US" spc="10" dirty="0"/>
              <a:t>then </a:t>
            </a:r>
            <a:r>
              <a:rPr lang="en-US" spc="185" dirty="0"/>
              <a:t>a </a:t>
            </a:r>
            <a:r>
              <a:rPr lang="en-US" spc="25" dirty="0"/>
              <a:t>fingerprint </a:t>
            </a:r>
            <a:r>
              <a:rPr lang="en-US" spc="70" dirty="0"/>
              <a:t>scanner </a:t>
            </a:r>
            <a:r>
              <a:rPr lang="en-US" spc="75" dirty="0"/>
              <a:t> </a:t>
            </a:r>
            <a:r>
              <a:rPr lang="en-US" spc="175" dirty="0"/>
              <a:t>may</a:t>
            </a:r>
            <a:r>
              <a:rPr lang="en-US" spc="-125" dirty="0"/>
              <a:t> </a:t>
            </a:r>
            <a:r>
              <a:rPr lang="en-US" spc="30" dirty="0"/>
              <a:t>not</a:t>
            </a:r>
            <a:r>
              <a:rPr lang="en-US" spc="-120" dirty="0"/>
              <a:t> </a:t>
            </a:r>
            <a:r>
              <a:rPr lang="en-US" spc="80" dirty="0"/>
              <a:t>be</a:t>
            </a:r>
            <a:r>
              <a:rPr lang="en-US" spc="-114" dirty="0"/>
              <a:t> </a:t>
            </a:r>
            <a:r>
              <a:rPr lang="en-US" spc="75" dirty="0"/>
              <a:t>able</a:t>
            </a:r>
            <a:r>
              <a:rPr lang="en-US" spc="-114" dirty="0"/>
              <a:t> </a:t>
            </a:r>
            <a:r>
              <a:rPr lang="en-US" spc="35" dirty="0"/>
              <a:t>to</a:t>
            </a:r>
            <a:r>
              <a:rPr lang="en-US" spc="-120" dirty="0"/>
              <a:t> </a:t>
            </a:r>
            <a:r>
              <a:rPr lang="en-US" spc="25" dirty="0"/>
              <a:t>identify</a:t>
            </a:r>
            <a:r>
              <a:rPr lang="en-US" spc="-125" dirty="0"/>
              <a:t> </a:t>
            </a:r>
            <a:r>
              <a:rPr lang="en-US" spc="-35" dirty="0"/>
              <a:t>them).</a:t>
            </a:r>
          </a:p>
          <a:p>
            <a:endParaRPr lang="en-US" dirty="0"/>
          </a:p>
        </p:txBody>
      </p:sp>
    </p:spTree>
    <p:extLst>
      <p:ext uri="{BB962C8B-B14F-4D97-AF65-F5344CB8AC3E}">
        <p14:creationId xmlns:p14="http://schemas.microsoft.com/office/powerpoint/2010/main" val="1925410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0C4B-8626-DCE6-54FD-B1A11FC64868}"/>
              </a:ext>
            </a:extLst>
          </p:cNvPr>
          <p:cNvSpPr>
            <a:spLocks noGrp="1"/>
          </p:cNvSpPr>
          <p:nvPr>
            <p:ph type="title"/>
          </p:nvPr>
        </p:nvSpPr>
        <p:spPr/>
        <p:txBody>
          <a:bodyPr/>
          <a:lstStyle/>
          <a:p>
            <a:r>
              <a:rPr lang="en-US" b="1" dirty="0"/>
              <a:t>User Authorization</a:t>
            </a:r>
          </a:p>
        </p:txBody>
      </p:sp>
      <p:sp>
        <p:nvSpPr>
          <p:cNvPr id="3" name="Content Placeholder 2">
            <a:extLst>
              <a:ext uri="{FF2B5EF4-FFF2-40B4-BE49-F238E27FC236}">
                <a16:creationId xmlns:a16="http://schemas.microsoft.com/office/drawing/2014/main" id="{B7D108A5-772A-8221-6243-7E837E748973}"/>
              </a:ext>
            </a:extLst>
          </p:cNvPr>
          <p:cNvSpPr>
            <a:spLocks noGrp="1"/>
          </p:cNvSpPr>
          <p:nvPr>
            <p:ph idx="1"/>
          </p:nvPr>
        </p:nvSpPr>
        <p:spPr/>
        <p:txBody>
          <a:bodyPr>
            <a:normAutofit fontScale="77500" lnSpcReduction="20000"/>
          </a:bodyPr>
          <a:lstStyle/>
          <a:p>
            <a:pPr marL="286385" marR="5080" indent="-274320" algn="just">
              <a:lnSpc>
                <a:spcPts val="2380"/>
              </a:lnSpc>
              <a:spcBef>
                <a:spcPts val="390"/>
              </a:spcBef>
              <a:buClr>
                <a:srgbClr val="0AD0D9"/>
              </a:buClr>
              <a:buSzPct val="95454"/>
              <a:buFont typeface="Wingdings"/>
              <a:buChar char=""/>
              <a:tabLst>
                <a:tab pos="287020" algn="l"/>
              </a:tabLst>
            </a:pPr>
            <a:r>
              <a:rPr lang="en-US" spc="114" dirty="0">
                <a:latin typeface="Tahoma"/>
                <a:cs typeface="Tahoma"/>
              </a:rPr>
              <a:t>Authorization </a:t>
            </a:r>
            <a:r>
              <a:rPr lang="en-US" spc="40" dirty="0">
                <a:latin typeface="Tahoma"/>
                <a:cs typeface="Tahoma"/>
              </a:rPr>
              <a:t>is </a:t>
            </a:r>
            <a:r>
              <a:rPr lang="en-US" spc="150" dirty="0">
                <a:latin typeface="Tahoma"/>
                <a:cs typeface="Tahoma"/>
              </a:rPr>
              <a:t>a </a:t>
            </a:r>
            <a:r>
              <a:rPr lang="en-US" spc="114" dirty="0">
                <a:latin typeface="Tahoma"/>
                <a:cs typeface="Tahoma"/>
              </a:rPr>
              <a:t>security </a:t>
            </a:r>
            <a:r>
              <a:rPr lang="en-US" spc="155" dirty="0">
                <a:latin typeface="Tahoma"/>
                <a:cs typeface="Tahoma"/>
              </a:rPr>
              <a:t>mechanism </a:t>
            </a:r>
            <a:r>
              <a:rPr lang="en-US" spc="120" dirty="0">
                <a:latin typeface="Tahoma"/>
                <a:cs typeface="Tahoma"/>
              </a:rPr>
              <a:t>used </a:t>
            </a:r>
            <a:r>
              <a:rPr lang="en-US" spc="75" dirty="0">
                <a:latin typeface="Tahoma"/>
                <a:cs typeface="Tahoma"/>
              </a:rPr>
              <a:t>to </a:t>
            </a:r>
            <a:r>
              <a:rPr lang="en-US" spc="120" dirty="0">
                <a:latin typeface="Tahoma"/>
                <a:cs typeface="Tahoma"/>
              </a:rPr>
              <a:t>determine </a:t>
            </a:r>
            <a:r>
              <a:rPr lang="en-US" spc="-675" dirty="0">
                <a:latin typeface="Tahoma"/>
                <a:cs typeface="Tahoma"/>
              </a:rPr>
              <a:t> </a:t>
            </a:r>
            <a:r>
              <a:rPr lang="en-US" spc="145" dirty="0">
                <a:latin typeface="Tahoma"/>
                <a:cs typeface="Tahoma"/>
              </a:rPr>
              <a:t>user/client </a:t>
            </a:r>
            <a:r>
              <a:rPr lang="en-US" spc="140" dirty="0">
                <a:latin typeface="Tahoma"/>
                <a:cs typeface="Tahoma"/>
              </a:rPr>
              <a:t>privileges </a:t>
            </a:r>
            <a:r>
              <a:rPr lang="en-US" spc="114" dirty="0">
                <a:latin typeface="Tahoma"/>
                <a:cs typeface="Tahoma"/>
              </a:rPr>
              <a:t>or </a:t>
            </a:r>
            <a:r>
              <a:rPr lang="en-US" spc="185" dirty="0">
                <a:latin typeface="Tahoma"/>
                <a:cs typeface="Tahoma"/>
              </a:rPr>
              <a:t>access </a:t>
            </a:r>
            <a:r>
              <a:rPr lang="en-US" spc="120" dirty="0">
                <a:latin typeface="Tahoma"/>
                <a:cs typeface="Tahoma"/>
              </a:rPr>
              <a:t>levels </a:t>
            </a:r>
            <a:r>
              <a:rPr lang="en-US" spc="145" dirty="0">
                <a:latin typeface="Tahoma"/>
                <a:cs typeface="Tahoma"/>
              </a:rPr>
              <a:t>related </a:t>
            </a:r>
            <a:r>
              <a:rPr lang="en-US" spc="90" dirty="0">
                <a:latin typeface="Tahoma"/>
                <a:cs typeface="Tahoma"/>
              </a:rPr>
              <a:t>to </a:t>
            </a:r>
            <a:r>
              <a:rPr lang="en-US" spc="165" dirty="0">
                <a:latin typeface="Tahoma"/>
                <a:cs typeface="Tahoma"/>
              </a:rPr>
              <a:t>system </a:t>
            </a:r>
            <a:r>
              <a:rPr lang="en-US" spc="-675" dirty="0">
                <a:latin typeface="Tahoma"/>
                <a:cs typeface="Tahoma"/>
              </a:rPr>
              <a:t> </a:t>
            </a:r>
            <a:r>
              <a:rPr lang="en-US" spc="35" dirty="0">
                <a:latin typeface="Tahoma"/>
                <a:cs typeface="Tahoma"/>
              </a:rPr>
              <a:t>resources,</a:t>
            </a:r>
            <a:r>
              <a:rPr lang="en-US" spc="-30" dirty="0">
                <a:latin typeface="Tahoma"/>
                <a:cs typeface="Tahoma"/>
              </a:rPr>
              <a:t> </a:t>
            </a:r>
            <a:r>
              <a:rPr lang="en-US" spc="55" dirty="0">
                <a:latin typeface="Tahoma"/>
                <a:cs typeface="Tahoma"/>
              </a:rPr>
              <a:t>including</a:t>
            </a:r>
            <a:r>
              <a:rPr lang="en-US" spc="-20" dirty="0">
                <a:latin typeface="Tahoma"/>
                <a:cs typeface="Tahoma"/>
              </a:rPr>
              <a:t> </a:t>
            </a:r>
            <a:r>
              <a:rPr lang="en-US" spc="85" dirty="0">
                <a:latin typeface="Tahoma"/>
                <a:cs typeface="Tahoma"/>
              </a:rPr>
              <a:t>computer</a:t>
            </a:r>
            <a:r>
              <a:rPr lang="en-US" spc="-15" dirty="0">
                <a:latin typeface="Tahoma"/>
                <a:cs typeface="Tahoma"/>
              </a:rPr>
              <a:t> </a:t>
            </a:r>
            <a:r>
              <a:rPr lang="en-US" spc="75" dirty="0">
                <a:latin typeface="Tahoma"/>
                <a:cs typeface="Tahoma"/>
              </a:rPr>
              <a:t>programs,</a:t>
            </a:r>
            <a:r>
              <a:rPr lang="en-US" spc="-15" dirty="0">
                <a:latin typeface="Tahoma"/>
                <a:cs typeface="Tahoma"/>
              </a:rPr>
              <a:t> </a:t>
            </a:r>
            <a:r>
              <a:rPr lang="en-US" spc="-20" dirty="0">
                <a:latin typeface="Tahoma"/>
                <a:cs typeface="Tahoma"/>
              </a:rPr>
              <a:t>files, </a:t>
            </a:r>
            <a:r>
              <a:rPr lang="en-US" spc="25" dirty="0">
                <a:latin typeface="Tahoma"/>
                <a:cs typeface="Tahoma"/>
              </a:rPr>
              <a:t>services,</a:t>
            </a:r>
            <a:r>
              <a:rPr lang="en-US" spc="-15" dirty="0">
                <a:latin typeface="Tahoma"/>
                <a:cs typeface="Tahoma"/>
              </a:rPr>
              <a:t> </a:t>
            </a:r>
            <a:r>
              <a:rPr lang="en-US" spc="110" dirty="0">
                <a:latin typeface="Tahoma"/>
                <a:cs typeface="Tahoma"/>
              </a:rPr>
              <a:t>data </a:t>
            </a:r>
            <a:r>
              <a:rPr lang="en-US" spc="-675" dirty="0">
                <a:latin typeface="Tahoma"/>
                <a:cs typeface="Tahoma"/>
              </a:rPr>
              <a:t> </a:t>
            </a:r>
            <a:r>
              <a:rPr lang="en-US" spc="90" dirty="0">
                <a:latin typeface="Tahoma"/>
                <a:cs typeface="Tahoma"/>
              </a:rPr>
              <a:t>and</a:t>
            </a:r>
            <a:r>
              <a:rPr lang="en-US" spc="-95" dirty="0">
                <a:latin typeface="Tahoma"/>
                <a:cs typeface="Tahoma"/>
              </a:rPr>
              <a:t> </a:t>
            </a:r>
            <a:r>
              <a:rPr lang="en-US" spc="45" dirty="0">
                <a:latin typeface="Tahoma"/>
                <a:cs typeface="Tahoma"/>
              </a:rPr>
              <a:t>application</a:t>
            </a:r>
            <a:r>
              <a:rPr lang="en-US" spc="-90" dirty="0">
                <a:latin typeface="Tahoma"/>
                <a:cs typeface="Tahoma"/>
              </a:rPr>
              <a:t> </a:t>
            </a:r>
            <a:r>
              <a:rPr lang="en-US" spc="-5" dirty="0">
                <a:latin typeface="Tahoma"/>
                <a:cs typeface="Tahoma"/>
              </a:rPr>
              <a:t>features.</a:t>
            </a:r>
            <a:endParaRPr lang="en-US" dirty="0">
              <a:latin typeface="Tahoma"/>
              <a:cs typeface="Tahoma"/>
            </a:endParaRPr>
          </a:p>
          <a:p>
            <a:pPr marL="286385" marR="5080" indent="-274320" algn="just">
              <a:lnSpc>
                <a:spcPts val="2380"/>
              </a:lnSpc>
              <a:spcBef>
                <a:spcPts val="505"/>
              </a:spcBef>
              <a:buClr>
                <a:srgbClr val="0AD0D9"/>
              </a:buClr>
              <a:buSzPct val="95454"/>
              <a:buFont typeface="Wingdings"/>
              <a:buChar char=""/>
              <a:tabLst>
                <a:tab pos="287020" algn="l"/>
              </a:tabLst>
            </a:pPr>
            <a:r>
              <a:rPr lang="en-US" spc="40" dirty="0">
                <a:latin typeface="Tahoma"/>
                <a:cs typeface="Tahoma"/>
              </a:rPr>
              <a:t>Authorization</a:t>
            </a:r>
            <a:r>
              <a:rPr lang="en-US" spc="-75" dirty="0">
                <a:latin typeface="Tahoma"/>
                <a:cs typeface="Tahoma"/>
              </a:rPr>
              <a:t> </a:t>
            </a:r>
            <a:r>
              <a:rPr lang="en-US" spc="-5" dirty="0">
                <a:latin typeface="Tahoma"/>
                <a:cs typeface="Tahoma"/>
              </a:rPr>
              <a:t>is</a:t>
            </a:r>
            <a:r>
              <a:rPr lang="en-US" spc="-75" dirty="0">
                <a:latin typeface="Tahoma"/>
                <a:cs typeface="Tahoma"/>
              </a:rPr>
              <a:t> </a:t>
            </a:r>
            <a:r>
              <a:rPr lang="en-US" spc="70" dirty="0">
                <a:latin typeface="Tahoma"/>
                <a:cs typeface="Tahoma"/>
              </a:rPr>
              <a:t>normally</a:t>
            </a:r>
            <a:r>
              <a:rPr lang="en-US" spc="-75" dirty="0">
                <a:latin typeface="Tahoma"/>
                <a:cs typeface="Tahoma"/>
              </a:rPr>
              <a:t> </a:t>
            </a:r>
            <a:r>
              <a:rPr lang="en-US" spc="75" dirty="0">
                <a:latin typeface="Tahoma"/>
                <a:cs typeface="Tahoma"/>
              </a:rPr>
              <a:t>preceded</a:t>
            </a:r>
            <a:r>
              <a:rPr lang="en-US" spc="-75" dirty="0">
                <a:latin typeface="Tahoma"/>
                <a:cs typeface="Tahoma"/>
              </a:rPr>
              <a:t> </a:t>
            </a:r>
            <a:r>
              <a:rPr lang="en-US" spc="114" dirty="0">
                <a:latin typeface="Tahoma"/>
                <a:cs typeface="Tahoma"/>
              </a:rPr>
              <a:t>by</a:t>
            </a:r>
            <a:r>
              <a:rPr lang="en-US" spc="-75" dirty="0">
                <a:latin typeface="Tahoma"/>
                <a:cs typeface="Tahoma"/>
              </a:rPr>
              <a:t> </a:t>
            </a:r>
            <a:r>
              <a:rPr lang="en-US" spc="40" dirty="0">
                <a:latin typeface="Tahoma"/>
                <a:cs typeface="Tahoma"/>
              </a:rPr>
              <a:t>authentication</a:t>
            </a:r>
            <a:r>
              <a:rPr lang="en-US" spc="-65" dirty="0">
                <a:latin typeface="Tahoma"/>
                <a:cs typeface="Tahoma"/>
              </a:rPr>
              <a:t> </a:t>
            </a:r>
            <a:r>
              <a:rPr lang="en-US" spc="55" dirty="0">
                <a:latin typeface="Tahoma"/>
                <a:cs typeface="Tahoma"/>
              </a:rPr>
              <a:t>for</a:t>
            </a:r>
            <a:r>
              <a:rPr lang="en-US" spc="-65" dirty="0">
                <a:latin typeface="Tahoma"/>
                <a:cs typeface="Tahoma"/>
              </a:rPr>
              <a:t> </a:t>
            </a:r>
            <a:r>
              <a:rPr lang="en-US" spc="35" dirty="0">
                <a:latin typeface="Tahoma"/>
                <a:cs typeface="Tahoma"/>
              </a:rPr>
              <a:t>user </a:t>
            </a:r>
            <a:r>
              <a:rPr lang="en-US" spc="-675" dirty="0">
                <a:latin typeface="Tahoma"/>
                <a:cs typeface="Tahoma"/>
              </a:rPr>
              <a:t> </a:t>
            </a:r>
            <a:r>
              <a:rPr lang="en-US" spc="10" dirty="0">
                <a:latin typeface="Tahoma"/>
                <a:cs typeface="Tahoma"/>
              </a:rPr>
              <a:t>identity</a:t>
            </a:r>
            <a:r>
              <a:rPr lang="en-US" spc="-100" dirty="0">
                <a:latin typeface="Tahoma"/>
                <a:cs typeface="Tahoma"/>
              </a:rPr>
              <a:t> </a:t>
            </a:r>
            <a:r>
              <a:rPr lang="en-US" dirty="0">
                <a:latin typeface="Tahoma"/>
                <a:cs typeface="Tahoma"/>
              </a:rPr>
              <a:t>verification.</a:t>
            </a:r>
          </a:p>
          <a:p>
            <a:pPr marL="286385" marR="5080" indent="-274320" algn="just">
              <a:lnSpc>
                <a:spcPts val="2380"/>
              </a:lnSpc>
              <a:spcBef>
                <a:spcPts val="515"/>
              </a:spcBef>
              <a:buClr>
                <a:srgbClr val="0AD0D9"/>
              </a:buClr>
              <a:buSzPct val="95454"/>
              <a:buFont typeface="Wingdings"/>
              <a:buChar char=""/>
              <a:tabLst>
                <a:tab pos="287020" algn="l"/>
              </a:tabLst>
            </a:pPr>
            <a:r>
              <a:rPr lang="en-US" spc="55" dirty="0">
                <a:latin typeface="Tahoma"/>
                <a:cs typeface="Tahoma"/>
              </a:rPr>
              <a:t>System</a:t>
            </a:r>
            <a:r>
              <a:rPr lang="en-US" spc="-70" dirty="0">
                <a:latin typeface="Tahoma"/>
                <a:cs typeface="Tahoma"/>
              </a:rPr>
              <a:t> </a:t>
            </a:r>
            <a:r>
              <a:rPr lang="en-US" spc="50" dirty="0">
                <a:latin typeface="Tahoma"/>
                <a:cs typeface="Tahoma"/>
              </a:rPr>
              <a:t>administrators</a:t>
            </a:r>
            <a:r>
              <a:rPr lang="en-US" spc="-65" dirty="0">
                <a:latin typeface="Tahoma"/>
                <a:cs typeface="Tahoma"/>
              </a:rPr>
              <a:t> </a:t>
            </a:r>
            <a:r>
              <a:rPr lang="en-US" spc="25" dirty="0">
                <a:latin typeface="Tahoma"/>
                <a:cs typeface="Tahoma"/>
              </a:rPr>
              <a:t>(SA)</a:t>
            </a:r>
            <a:r>
              <a:rPr lang="en-US" spc="-70" dirty="0">
                <a:latin typeface="Tahoma"/>
                <a:cs typeface="Tahoma"/>
              </a:rPr>
              <a:t> </a:t>
            </a:r>
            <a:r>
              <a:rPr lang="en-US" spc="75" dirty="0">
                <a:latin typeface="Tahoma"/>
                <a:cs typeface="Tahoma"/>
              </a:rPr>
              <a:t>are</a:t>
            </a:r>
            <a:r>
              <a:rPr lang="en-US" spc="-70" dirty="0">
                <a:latin typeface="Tahoma"/>
                <a:cs typeface="Tahoma"/>
              </a:rPr>
              <a:t> </a:t>
            </a:r>
            <a:r>
              <a:rPr lang="en-US" spc="60" dirty="0">
                <a:latin typeface="Tahoma"/>
                <a:cs typeface="Tahoma"/>
              </a:rPr>
              <a:t>typically</a:t>
            </a:r>
            <a:r>
              <a:rPr lang="en-US" spc="-70" dirty="0">
                <a:latin typeface="Tahoma"/>
                <a:cs typeface="Tahoma"/>
              </a:rPr>
              <a:t> </a:t>
            </a:r>
            <a:r>
              <a:rPr lang="en-US" spc="70" dirty="0">
                <a:latin typeface="Tahoma"/>
                <a:cs typeface="Tahoma"/>
              </a:rPr>
              <a:t>assigned</a:t>
            </a:r>
            <a:r>
              <a:rPr lang="en-US" spc="-60" dirty="0">
                <a:latin typeface="Tahoma"/>
                <a:cs typeface="Tahoma"/>
              </a:rPr>
              <a:t> </a:t>
            </a:r>
            <a:r>
              <a:rPr lang="en-US" spc="50" dirty="0">
                <a:latin typeface="Tahoma"/>
                <a:cs typeface="Tahoma"/>
              </a:rPr>
              <a:t>permission </a:t>
            </a:r>
            <a:r>
              <a:rPr lang="en-US" spc="-675" dirty="0">
                <a:latin typeface="Tahoma"/>
                <a:cs typeface="Tahoma"/>
              </a:rPr>
              <a:t> </a:t>
            </a:r>
            <a:r>
              <a:rPr lang="en-US" dirty="0">
                <a:latin typeface="Tahoma"/>
                <a:cs typeface="Tahoma"/>
              </a:rPr>
              <a:t> </a:t>
            </a:r>
            <a:r>
              <a:rPr lang="en-US" spc="-30" dirty="0">
                <a:latin typeface="Tahoma"/>
                <a:cs typeface="Tahoma"/>
              </a:rPr>
              <a:t>l</a:t>
            </a:r>
            <a:r>
              <a:rPr lang="en-US" spc="-335" dirty="0">
                <a:latin typeface="Tahoma"/>
                <a:cs typeface="Tahoma"/>
              </a:rPr>
              <a:t> </a:t>
            </a:r>
            <a:r>
              <a:rPr lang="en-US" spc="40" dirty="0">
                <a:latin typeface="Tahoma"/>
                <a:cs typeface="Tahoma"/>
              </a:rPr>
              <a:t>e</a:t>
            </a:r>
            <a:r>
              <a:rPr lang="en-US" spc="-335" dirty="0">
                <a:latin typeface="Tahoma"/>
                <a:cs typeface="Tahoma"/>
              </a:rPr>
              <a:t> </a:t>
            </a:r>
            <a:r>
              <a:rPr lang="en-US" spc="40" dirty="0">
                <a:latin typeface="Tahoma"/>
                <a:cs typeface="Tahoma"/>
              </a:rPr>
              <a:t>v</a:t>
            </a:r>
            <a:r>
              <a:rPr lang="en-US" spc="-330" dirty="0">
                <a:latin typeface="Tahoma"/>
                <a:cs typeface="Tahoma"/>
              </a:rPr>
              <a:t> </a:t>
            </a:r>
            <a:r>
              <a:rPr lang="en-US" spc="40" dirty="0">
                <a:latin typeface="Tahoma"/>
                <a:cs typeface="Tahoma"/>
              </a:rPr>
              <a:t>e</a:t>
            </a:r>
            <a:r>
              <a:rPr lang="en-US" spc="-335" dirty="0">
                <a:latin typeface="Tahoma"/>
                <a:cs typeface="Tahoma"/>
              </a:rPr>
              <a:t> </a:t>
            </a:r>
            <a:r>
              <a:rPr lang="en-US" spc="-30" dirty="0">
                <a:latin typeface="Tahoma"/>
                <a:cs typeface="Tahoma"/>
              </a:rPr>
              <a:t>l</a:t>
            </a:r>
            <a:r>
              <a:rPr lang="en-US" spc="-335" dirty="0">
                <a:latin typeface="Tahoma"/>
                <a:cs typeface="Tahoma"/>
              </a:rPr>
              <a:t> </a:t>
            </a:r>
            <a:r>
              <a:rPr lang="en-US" spc="35" dirty="0">
                <a:latin typeface="Tahoma"/>
                <a:cs typeface="Tahoma"/>
              </a:rPr>
              <a:t>s</a:t>
            </a:r>
            <a:r>
              <a:rPr lang="en-US" spc="615" dirty="0">
                <a:latin typeface="Tahoma"/>
                <a:cs typeface="Tahoma"/>
              </a:rPr>
              <a:t> </a:t>
            </a:r>
            <a:r>
              <a:rPr lang="en-US" spc="110" dirty="0">
                <a:latin typeface="Tahoma"/>
                <a:cs typeface="Tahoma"/>
              </a:rPr>
              <a:t>c</a:t>
            </a:r>
            <a:r>
              <a:rPr lang="en-US" spc="-330" dirty="0">
                <a:latin typeface="Tahoma"/>
                <a:cs typeface="Tahoma"/>
              </a:rPr>
              <a:t> </a:t>
            </a:r>
            <a:r>
              <a:rPr lang="en-US" spc="95" dirty="0">
                <a:latin typeface="Tahoma"/>
                <a:cs typeface="Tahoma"/>
              </a:rPr>
              <a:t>o</a:t>
            </a:r>
            <a:r>
              <a:rPr lang="en-US" spc="-335" dirty="0">
                <a:latin typeface="Tahoma"/>
                <a:cs typeface="Tahoma"/>
              </a:rPr>
              <a:t> </a:t>
            </a:r>
            <a:r>
              <a:rPr lang="en-US" spc="40" dirty="0">
                <a:latin typeface="Tahoma"/>
                <a:cs typeface="Tahoma"/>
              </a:rPr>
              <a:t>v</a:t>
            </a:r>
            <a:r>
              <a:rPr lang="en-US" spc="-330" dirty="0">
                <a:latin typeface="Tahoma"/>
                <a:cs typeface="Tahoma"/>
              </a:rPr>
              <a:t> </a:t>
            </a:r>
            <a:r>
              <a:rPr lang="en-US" spc="40" dirty="0">
                <a:latin typeface="Tahoma"/>
                <a:cs typeface="Tahoma"/>
              </a:rPr>
              <a:t>e</a:t>
            </a:r>
            <a:r>
              <a:rPr lang="en-US" spc="-335" dirty="0">
                <a:latin typeface="Tahoma"/>
                <a:cs typeface="Tahoma"/>
              </a:rPr>
              <a:t> </a:t>
            </a:r>
            <a:r>
              <a:rPr lang="en-US" spc="15" dirty="0">
                <a:latin typeface="Tahoma"/>
                <a:cs typeface="Tahoma"/>
              </a:rPr>
              <a:t>r</a:t>
            </a:r>
            <a:r>
              <a:rPr lang="en-US" spc="-335" dirty="0">
                <a:latin typeface="Tahoma"/>
                <a:cs typeface="Tahoma"/>
              </a:rPr>
              <a:t> </a:t>
            </a:r>
            <a:r>
              <a:rPr lang="en-US" spc="-55" dirty="0" err="1">
                <a:latin typeface="Tahoma"/>
                <a:cs typeface="Tahoma"/>
              </a:rPr>
              <a:t>i</a:t>
            </a:r>
            <a:r>
              <a:rPr lang="en-US" spc="-330" dirty="0">
                <a:latin typeface="Tahoma"/>
                <a:cs typeface="Tahoma"/>
              </a:rPr>
              <a:t> </a:t>
            </a:r>
            <a:r>
              <a:rPr lang="en-US" spc="25" dirty="0">
                <a:latin typeface="Tahoma"/>
                <a:cs typeface="Tahoma"/>
              </a:rPr>
              <a:t>n</a:t>
            </a:r>
            <a:r>
              <a:rPr lang="en-US" spc="-325" dirty="0">
                <a:latin typeface="Tahoma"/>
                <a:cs typeface="Tahoma"/>
              </a:rPr>
              <a:t> </a:t>
            </a:r>
            <a:r>
              <a:rPr lang="en-US" spc="130" dirty="0">
                <a:latin typeface="Tahoma"/>
                <a:cs typeface="Tahoma"/>
              </a:rPr>
              <a:t>g</a:t>
            </a:r>
            <a:r>
              <a:rPr lang="en-US" spc="620" dirty="0">
                <a:latin typeface="Tahoma"/>
                <a:cs typeface="Tahoma"/>
              </a:rPr>
              <a:t> </a:t>
            </a:r>
            <a:r>
              <a:rPr lang="en-US" spc="150" dirty="0">
                <a:latin typeface="Tahoma"/>
                <a:cs typeface="Tahoma"/>
              </a:rPr>
              <a:t>a</a:t>
            </a:r>
            <a:r>
              <a:rPr lang="en-US" spc="-330" dirty="0">
                <a:latin typeface="Tahoma"/>
                <a:cs typeface="Tahoma"/>
              </a:rPr>
              <a:t> </a:t>
            </a:r>
            <a:r>
              <a:rPr lang="en-US" spc="-30" dirty="0">
                <a:latin typeface="Tahoma"/>
                <a:cs typeface="Tahoma"/>
              </a:rPr>
              <a:t>l</a:t>
            </a:r>
            <a:r>
              <a:rPr lang="en-US" spc="-335" dirty="0">
                <a:latin typeface="Tahoma"/>
                <a:cs typeface="Tahoma"/>
              </a:rPr>
              <a:t> </a:t>
            </a:r>
            <a:r>
              <a:rPr lang="en-US" spc="-30" dirty="0" err="1">
                <a:latin typeface="Tahoma"/>
                <a:cs typeface="Tahoma"/>
              </a:rPr>
              <a:t>l</a:t>
            </a:r>
            <a:r>
              <a:rPr lang="en-US" spc="620" dirty="0">
                <a:latin typeface="Tahoma"/>
                <a:cs typeface="Tahoma"/>
              </a:rPr>
              <a:t> </a:t>
            </a:r>
            <a:r>
              <a:rPr lang="en-US" spc="35" dirty="0">
                <a:latin typeface="Tahoma"/>
                <a:cs typeface="Tahoma"/>
              </a:rPr>
              <a:t>s</a:t>
            </a:r>
            <a:r>
              <a:rPr lang="en-US" spc="-330" dirty="0">
                <a:latin typeface="Tahoma"/>
                <a:cs typeface="Tahoma"/>
              </a:rPr>
              <a:t> </a:t>
            </a:r>
            <a:r>
              <a:rPr lang="en-US" spc="135" dirty="0">
                <a:latin typeface="Tahoma"/>
                <a:cs typeface="Tahoma"/>
              </a:rPr>
              <a:t>y</a:t>
            </a:r>
            <a:r>
              <a:rPr lang="en-US" spc="-335" dirty="0">
                <a:latin typeface="Tahoma"/>
                <a:cs typeface="Tahoma"/>
              </a:rPr>
              <a:t> </a:t>
            </a:r>
            <a:r>
              <a:rPr lang="en-US" spc="35" dirty="0">
                <a:latin typeface="Tahoma"/>
                <a:cs typeface="Tahoma"/>
              </a:rPr>
              <a:t>s</a:t>
            </a:r>
            <a:r>
              <a:rPr lang="en-US" spc="-330" dirty="0">
                <a:latin typeface="Tahoma"/>
                <a:cs typeface="Tahoma"/>
              </a:rPr>
              <a:t> </a:t>
            </a:r>
            <a:r>
              <a:rPr lang="en-US" spc="-45" dirty="0">
                <a:latin typeface="Tahoma"/>
                <a:cs typeface="Tahoma"/>
              </a:rPr>
              <a:t>t</a:t>
            </a:r>
            <a:r>
              <a:rPr lang="en-US" spc="-335" dirty="0">
                <a:latin typeface="Tahoma"/>
                <a:cs typeface="Tahoma"/>
              </a:rPr>
              <a:t> </a:t>
            </a:r>
            <a:r>
              <a:rPr lang="en-US" spc="40" dirty="0">
                <a:latin typeface="Tahoma"/>
                <a:cs typeface="Tahoma"/>
              </a:rPr>
              <a:t>e</a:t>
            </a:r>
            <a:r>
              <a:rPr lang="en-US" spc="-335" dirty="0">
                <a:latin typeface="Tahoma"/>
                <a:cs typeface="Tahoma"/>
              </a:rPr>
              <a:t> </a:t>
            </a:r>
            <a:r>
              <a:rPr lang="en-US" spc="145" dirty="0">
                <a:latin typeface="Tahoma"/>
                <a:cs typeface="Tahoma"/>
              </a:rPr>
              <a:t>m</a:t>
            </a:r>
            <a:r>
              <a:rPr lang="en-US" spc="620" dirty="0">
                <a:latin typeface="Tahoma"/>
                <a:cs typeface="Tahoma"/>
              </a:rPr>
              <a:t> </a:t>
            </a:r>
            <a:r>
              <a:rPr lang="en-US" spc="150" dirty="0">
                <a:latin typeface="Tahoma"/>
                <a:cs typeface="Tahoma"/>
              </a:rPr>
              <a:t>a</a:t>
            </a:r>
            <a:r>
              <a:rPr lang="en-US" spc="-330" dirty="0">
                <a:latin typeface="Tahoma"/>
                <a:cs typeface="Tahoma"/>
              </a:rPr>
              <a:t> </a:t>
            </a:r>
            <a:r>
              <a:rPr lang="en-US" spc="25" dirty="0">
                <a:latin typeface="Tahoma"/>
                <a:cs typeface="Tahoma"/>
              </a:rPr>
              <a:t>n</a:t>
            </a:r>
            <a:r>
              <a:rPr lang="en-US" spc="-330" dirty="0">
                <a:latin typeface="Tahoma"/>
                <a:cs typeface="Tahoma"/>
              </a:rPr>
              <a:t> </a:t>
            </a:r>
            <a:r>
              <a:rPr lang="en-US" spc="90" dirty="0">
                <a:latin typeface="Tahoma"/>
                <a:cs typeface="Tahoma"/>
              </a:rPr>
              <a:t>d</a:t>
            </a:r>
            <a:r>
              <a:rPr lang="en-US" spc="615" dirty="0">
                <a:latin typeface="Tahoma"/>
                <a:cs typeface="Tahoma"/>
              </a:rPr>
              <a:t> </a:t>
            </a:r>
            <a:r>
              <a:rPr lang="en-US" spc="5" dirty="0">
                <a:latin typeface="Tahoma"/>
                <a:cs typeface="Tahoma"/>
              </a:rPr>
              <a:t>u</a:t>
            </a:r>
            <a:r>
              <a:rPr lang="en-US" spc="-330" dirty="0">
                <a:latin typeface="Tahoma"/>
                <a:cs typeface="Tahoma"/>
              </a:rPr>
              <a:t> </a:t>
            </a:r>
            <a:r>
              <a:rPr lang="en-US" spc="35" dirty="0">
                <a:latin typeface="Tahoma"/>
                <a:cs typeface="Tahoma"/>
              </a:rPr>
              <a:t>s</a:t>
            </a:r>
            <a:r>
              <a:rPr lang="en-US" spc="-330" dirty="0">
                <a:latin typeface="Tahoma"/>
                <a:cs typeface="Tahoma"/>
              </a:rPr>
              <a:t> </a:t>
            </a:r>
            <a:r>
              <a:rPr lang="en-US" spc="40" dirty="0">
                <a:latin typeface="Tahoma"/>
                <a:cs typeface="Tahoma"/>
              </a:rPr>
              <a:t>e</a:t>
            </a:r>
            <a:r>
              <a:rPr lang="en-US" spc="-335" dirty="0">
                <a:latin typeface="Tahoma"/>
                <a:cs typeface="Tahoma"/>
              </a:rPr>
              <a:t> </a:t>
            </a:r>
            <a:r>
              <a:rPr lang="en-US" spc="15" dirty="0">
                <a:latin typeface="Tahoma"/>
                <a:cs typeface="Tahoma"/>
              </a:rPr>
              <a:t>r</a:t>
            </a:r>
            <a:r>
              <a:rPr lang="en-US" spc="620" dirty="0">
                <a:latin typeface="Tahoma"/>
                <a:cs typeface="Tahoma"/>
              </a:rPr>
              <a:t> </a:t>
            </a:r>
            <a:r>
              <a:rPr lang="en-US" spc="15" dirty="0" err="1">
                <a:latin typeface="Tahoma"/>
                <a:cs typeface="Tahoma"/>
              </a:rPr>
              <a:t>r</a:t>
            </a:r>
            <a:r>
              <a:rPr lang="en-US" spc="-335" dirty="0">
                <a:latin typeface="Tahoma"/>
                <a:cs typeface="Tahoma"/>
              </a:rPr>
              <a:t> </a:t>
            </a:r>
            <a:r>
              <a:rPr lang="en-US" spc="40" dirty="0">
                <a:latin typeface="Tahoma"/>
                <a:cs typeface="Tahoma"/>
              </a:rPr>
              <a:t>e</a:t>
            </a:r>
            <a:r>
              <a:rPr lang="en-US" spc="-335" dirty="0">
                <a:latin typeface="Tahoma"/>
                <a:cs typeface="Tahoma"/>
              </a:rPr>
              <a:t> </a:t>
            </a:r>
            <a:r>
              <a:rPr lang="en-US" spc="35" dirty="0">
                <a:latin typeface="Tahoma"/>
                <a:cs typeface="Tahoma"/>
              </a:rPr>
              <a:t>s</a:t>
            </a:r>
            <a:r>
              <a:rPr lang="en-US" spc="-330" dirty="0">
                <a:latin typeface="Tahoma"/>
                <a:cs typeface="Tahoma"/>
              </a:rPr>
              <a:t> </a:t>
            </a:r>
            <a:r>
              <a:rPr lang="en-US" spc="95" dirty="0">
                <a:latin typeface="Tahoma"/>
                <a:cs typeface="Tahoma"/>
              </a:rPr>
              <a:t>o</a:t>
            </a:r>
            <a:r>
              <a:rPr lang="en-US" spc="-335" dirty="0">
                <a:latin typeface="Tahoma"/>
                <a:cs typeface="Tahoma"/>
              </a:rPr>
              <a:t> </a:t>
            </a:r>
            <a:r>
              <a:rPr lang="en-US" spc="5" dirty="0">
                <a:latin typeface="Tahoma"/>
                <a:cs typeface="Tahoma"/>
              </a:rPr>
              <a:t>u</a:t>
            </a:r>
            <a:r>
              <a:rPr lang="en-US" spc="-330" dirty="0">
                <a:latin typeface="Tahoma"/>
                <a:cs typeface="Tahoma"/>
              </a:rPr>
              <a:t> </a:t>
            </a:r>
            <a:r>
              <a:rPr lang="en-US" spc="15" dirty="0">
                <a:latin typeface="Tahoma"/>
                <a:cs typeface="Tahoma"/>
              </a:rPr>
              <a:t>r</a:t>
            </a:r>
            <a:r>
              <a:rPr lang="en-US" spc="-330" dirty="0">
                <a:latin typeface="Tahoma"/>
                <a:cs typeface="Tahoma"/>
              </a:rPr>
              <a:t> </a:t>
            </a:r>
            <a:r>
              <a:rPr lang="en-US" spc="110" dirty="0">
                <a:latin typeface="Tahoma"/>
                <a:cs typeface="Tahoma"/>
              </a:rPr>
              <a:t>c</a:t>
            </a:r>
            <a:r>
              <a:rPr lang="en-US" spc="-325" dirty="0">
                <a:latin typeface="Tahoma"/>
                <a:cs typeface="Tahoma"/>
              </a:rPr>
              <a:t> </a:t>
            </a:r>
            <a:r>
              <a:rPr lang="en-US" spc="40" dirty="0">
                <a:latin typeface="Tahoma"/>
                <a:cs typeface="Tahoma"/>
              </a:rPr>
              <a:t>e</a:t>
            </a:r>
            <a:r>
              <a:rPr lang="en-US" spc="-330" dirty="0">
                <a:latin typeface="Tahoma"/>
                <a:cs typeface="Tahoma"/>
              </a:rPr>
              <a:t> </a:t>
            </a:r>
            <a:r>
              <a:rPr lang="en-US" spc="35" dirty="0">
                <a:latin typeface="Tahoma"/>
                <a:cs typeface="Tahoma"/>
              </a:rPr>
              <a:t>s</a:t>
            </a:r>
            <a:r>
              <a:rPr lang="en-US" spc="-325" dirty="0">
                <a:latin typeface="Tahoma"/>
                <a:cs typeface="Tahoma"/>
              </a:rPr>
              <a:t> </a:t>
            </a:r>
            <a:r>
              <a:rPr lang="en-US" spc="-320" dirty="0">
                <a:latin typeface="Tahoma"/>
                <a:cs typeface="Tahoma"/>
              </a:rPr>
              <a:t>.</a:t>
            </a:r>
            <a:endParaRPr lang="en-US" dirty="0">
              <a:latin typeface="Tahoma"/>
              <a:cs typeface="Tahoma"/>
            </a:endParaRPr>
          </a:p>
          <a:p>
            <a:pPr>
              <a:lnSpc>
                <a:spcPct val="100000"/>
              </a:lnSpc>
              <a:spcBef>
                <a:spcPts val="50"/>
              </a:spcBef>
              <a:buClr>
                <a:srgbClr val="0AD0D9"/>
              </a:buClr>
              <a:buFont typeface="Wingdings"/>
              <a:buChar char=""/>
            </a:pPr>
            <a:endParaRPr lang="en-US" dirty="0">
              <a:latin typeface="Tahoma"/>
              <a:cs typeface="Tahoma"/>
            </a:endParaRPr>
          </a:p>
          <a:p>
            <a:pPr marL="286385" marR="5080" indent="-274320" algn="just">
              <a:lnSpc>
                <a:spcPts val="2380"/>
              </a:lnSpc>
              <a:spcBef>
                <a:spcPts val="5"/>
              </a:spcBef>
              <a:buClr>
                <a:srgbClr val="0AD0D9"/>
              </a:buClr>
              <a:buSzPct val="95454"/>
              <a:buFont typeface="Wingdings"/>
              <a:buChar char=""/>
              <a:tabLst>
                <a:tab pos="287020" algn="l"/>
              </a:tabLst>
            </a:pPr>
            <a:r>
              <a:rPr lang="en-US" spc="125" dirty="0">
                <a:latin typeface="Tahoma"/>
                <a:cs typeface="Tahoma"/>
              </a:rPr>
              <a:t>During </a:t>
            </a:r>
            <a:r>
              <a:rPr lang="en-US" spc="110" dirty="0">
                <a:latin typeface="Tahoma"/>
                <a:cs typeface="Tahoma"/>
              </a:rPr>
              <a:t>authorization, </a:t>
            </a:r>
            <a:r>
              <a:rPr lang="en-US" spc="150" dirty="0">
                <a:latin typeface="Tahoma"/>
                <a:cs typeface="Tahoma"/>
              </a:rPr>
              <a:t>a </a:t>
            </a:r>
            <a:r>
              <a:rPr lang="en-US" spc="155" dirty="0">
                <a:latin typeface="Tahoma"/>
                <a:cs typeface="Tahoma"/>
              </a:rPr>
              <a:t>system </a:t>
            </a:r>
            <a:r>
              <a:rPr lang="en-US" spc="110" dirty="0">
                <a:latin typeface="Tahoma"/>
                <a:cs typeface="Tahoma"/>
              </a:rPr>
              <a:t>verifies </a:t>
            </a:r>
            <a:r>
              <a:rPr lang="en-US" spc="145" dirty="0">
                <a:latin typeface="Tahoma"/>
                <a:cs typeface="Tahoma"/>
              </a:rPr>
              <a:t>an </a:t>
            </a:r>
            <a:r>
              <a:rPr lang="en-US" spc="140" dirty="0">
                <a:latin typeface="Tahoma"/>
                <a:cs typeface="Tahoma"/>
              </a:rPr>
              <a:t>authenticated </a:t>
            </a:r>
            <a:r>
              <a:rPr lang="en-US" spc="-675" dirty="0">
                <a:latin typeface="Tahoma"/>
                <a:cs typeface="Tahoma"/>
              </a:rPr>
              <a:t> </a:t>
            </a:r>
            <a:r>
              <a:rPr lang="en-US" spc="95" dirty="0">
                <a:latin typeface="Tahoma"/>
                <a:cs typeface="Tahoma"/>
              </a:rPr>
              <a:t>user's </a:t>
            </a:r>
            <a:r>
              <a:rPr lang="en-US" spc="165" dirty="0">
                <a:latin typeface="Tahoma"/>
                <a:cs typeface="Tahoma"/>
              </a:rPr>
              <a:t>access </a:t>
            </a:r>
            <a:r>
              <a:rPr lang="en-US" spc="95" dirty="0">
                <a:latin typeface="Tahoma"/>
                <a:cs typeface="Tahoma"/>
              </a:rPr>
              <a:t>rules </a:t>
            </a:r>
            <a:r>
              <a:rPr lang="en-US" spc="155" dirty="0">
                <a:latin typeface="Tahoma"/>
                <a:cs typeface="Tahoma"/>
              </a:rPr>
              <a:t>and </a:t>
            </a:r>
            <a:r>
              <a:rPr lang="en-US" spc="85" dirty="0">
                <a:latin typeface="Tahoma"/>
                <a:cs typeface="Tahoma"/>
              </a:rPr>
              <a:t>either </a:t>
            </a:r>
            <a:r>
              <a:rPr lang="en-US" spc="140" dirty="0">
                <a:latin typeface="Tahoma"/>
                <a:cs typeface="Tahoma"/>
              </a:rPr>
              <a:t>grants </a:t>
            </a:r>
            <a:r>
              <a:rPr lang="en-US" spc="105" dirty="0">
                <a:latin typeface="Tahoma"/>
                <a:cs typeface="Tahoma"/>
              </a:rPr>
              <a:t>or </a:t>
            </a:r>
            <a:r>
              <a:rPr lang="en-US" spc="120" dirty="0">
                <a:latin typeface="Tahoma"/>
                <a:cs typeface="Tahoma"/>
              </a:rPr>
              <a:t>refuses </a:t>
            </a:r>
            <a:r>
              <a:rPr lang="en-US" spc="135" dirty="0">
                <a:latin typeface="Tahoma"/>
                <a:cs typeface="Tahoma"/>
              </a:rPr>
              <a:t>resource </a:t>
            </a:r>
            <a:r>
              <a:rPr lang="en-US" spc="-675" dirty="0">
                <a:latin typeface="Tahoma"/>
                <a:cs typeface="Tahoma"/>
              </a:rPr>
              <a:t> </a:t>
            </a:r>
            <a:r>
              <a:rPr lang="en-US" spc="25" dirty="0">
                <a:latin typeface="Tahoma"/>
                <a:cs typeface="Tahoma"/>
              </a:rPr>
              <a:t>access.</a:t>
            </a:r>
            <a:endParaRPr lang="en-US" dirty="0">
              <a:latin typeface="Tahoma"/>
              <a:cs typeface="Tahoma"/>
            </a:endParaRPr>
          </a:p>
          <a:p>
            <a:pPr marL="286385" marR="5080" indent="-274320" algn="just">
              <a:lnSpc>
                <a:spcPts val="2380"/>
              </a:lnSpc>
              <a:spcBef>
                <a:spcPts val="509"/>
              </a:spcBef>
              <a:buClr>
                <a:srgbClr val="0AD0D9"/>
              </a:buClr>
              <a:buSzPct val="95454"/>
              <a:buFont typeface="Wingdings"/>
              <a:buChar char=""/>
              <a:tabLst>
                <a:tab pos="287020" algn="l"/>
              </a:tabLst>
            </a:pPr>
            <a:r>
              <a:rPr lang="en-US" spc="-60" dirty="0">
                <a:latin typeface="Tahoma"/>
                <a:cs typeface="Tahoma"/>
              </a:rPr>
              <a:t>So,</a:t>
            </a:r>
            <a:r>
              <a:rPr lang="en-US" spc="-55" dirty="0">
                <a:latin typeface="Tahoma"/>
                <a:cs typeface="Tahoma"/>
              </a:rPr>
              <a:t> </a:t>
            </a:r>
            <a:r>
              <a:rPr lang="en-US" spc="40" dirty="0">
                <a:latin typeface="Tahoma"/>
                <a:cs typeface="Tahoma"/>
              </a:rPr>
              <a:t>user</a:t>
            </a:r>
            <a:r>
              <a:rPr lang="en-US" spc="570" dirty="0">
                <a:latin typeface="Tahoma"/>
                <a:cs typeface="Tahoma"/>
              </a:rPr>
              <a:t> </a:t>
            </a:r>
            <a:r>
              <a:rPr lang="en-US" spc="50" dirty="0">
                <a:latin typeface="Tahoma"/>
                <a:cs typeface="Tahoma"/>
              </a:rPr>
              <a:t>authorization</a:t>
            </a:r>
            <a:r>
              <a:rPr lang="en-US" spc="-35" dirty="0">
                <a:latin typeface="Tahoma"/>
                <a:cs typeface="Tahoma"/>
              </a:rPr>
              <a:t> </a:t>
            </a:r>
            <a:r>
              <a:rPr lang="en-US" spc="5" dirty="0">
                <a:latin typeface="Tahoma"/>
                <a:cs typeface="Tahoma"/>
              </a:rPr>
              <a:t>is</a:t>
            </a:r>
            <a:r>
              <a:rPr lang="en-US" spc="-35" dirty="0">
                <a:latin typeface="Tahoma"/>
                <a:cs typeface="Tahoma"/>
              </a:rPr>
              <a:t> </a:t>
            </a:r>
            <a:r>
              <a:rPr lang="en-US" spc="15" dirty="0">
                <a:latin typeface="Tahoma"/>
                <a:cs typeface="Tahoma"/>
              </a:rPr>
              <a:t>the</a:t>
            </a:r>
            <a:r>
              <a:rPr lang="en-US" spc="-40" dirty="0">
                <a:latin typeface="Tahoma"/>
                <a:cs typeface="Tahoma"/>
              </a:rPr>
              <a:t> </a:t>
            </a:r>
            <a:r>
              <a:rPr lang="en-US" spc="80" dirty="0">
                <a:latin typeface="Tahoma"/>
                <a:cs typeface="Tahoma"/>
              </a:rPr>
              <a:t>process</a:t>
            </a:r>
            <a:r>
              <a:rPr lang="en-US" spc="-35" dirty="0">
                <a:latin typeface="Tahoma"/>
                <a:cs typeface="Tahoma"/>
              </a:rPr>
              <a:t> </a:t>
            </a:r>
            <a:r>
              <a:rPr lang="en-US" spc="75" dirty="0">
                <a:latin typeface="Tahoma"/>
                <a:cs typeface="Tahoma"/>
              </a:rPr>
              <a:t>of</a:t>
            </a:r>
            <a:r>
              <a:rPr lang="en-US" spc="-45" dirty="0">
                <a:latin typeface="Tahoma"/>
                <a:cs typeface="Tahoma"/>
              </a:rPr>
              <a:t> </a:t>
            </a:r>
            <a:r>
              <a:rPr lang="en-US" spc="55" dirty="0">
                <a:latin typeface="Tahoma"/>
                <a:cs typeface="Tahoma"/>
              </a:rPr>
              <a:t>verifying</a:t>
            </a:r>
            <a:r>
              <a:rPr lang="en-US" spc="-35" dirty="0">
                <a:latin typeface="Tahoma"/>
                <a:cs typeface="Tahoma"/>
              </a:rPr>
              <a:t> </a:t>
            </a:r>
            <a:r>
              <a:rPr lang="en-US" spc="45" dirty="0">
                <a:latin typeface="Tahoma"/>
                <a:cs typeface="Tahoma"/>
              </a:rPr>
              <a:t>what</a:t>
            </a:r>
            <a:r>
              <a:rPr lang="en-US" spc="-40" dirty="0">
                <a:latin typeface="Tahoma"/>
                <a:cs typeface="Tahoma"/>
              </a:rPr>
              <a:t> </a:t>
            </a:r>
            <a:r>
              <a:rPr lang="en-US" spc="150" dirty="0">
                <a:latin typeface="Tahoma"/>
                <a:cs typeface="Tahoma"/>
              </a:rPr>
              <a:t>a</a:t>
            </a:r>
            <a:r>
              <a:rPr lang="en-US" spc="-35" dirty="0">
                <a:latin typeface="Tahoma"/>
                <a:cs typeface="Tahoma"/>
              </a:rPr>
              <a:t> </a:t>
            </a:r>
            <a:r>
              <a:rPr lang="en-US" spc="45" dirty="0">
                <a:latin typeface="Tahoma"/>
                <a:cs typeface="Tahoma"/>
              </a:rPr>
              <a:t>user </a:t>
            </a:r>
            <a:r>
              <a:rPr lang="en-US" spc="-675" dirty="0">
                <a:latin typeface="Tahoma"/>
                <a:cs typeface="Tahoma"/>
              </a:rPr>
              <a:t> </a:t>
            </a:r>
            <a:r>
              <a:rPr lang="en-US" spc="65" dirty="0">
                <a:latin typeface="Tahoma"/>
                <a:cs typeface="Tahoma"/>
              </a:rPr>
              <a:t>has</a:t>
            </a:r>
            <a:r>
              <a:rPr lang="en-US" spc="-95" dirty="0">
                <a:latin typeface="Tahoma"/>
                <a:cs typeface="Tahoma"/>
              </a:rPr>
              <a:t> </a:t>
            </a:r>
            <a:r>
              <a:rPr lang="en-US" spc="80" dirty="0">
                <a:latin typeface="Tahoma"/>
                <a:cs typeface="Tahoma"/>
              </a:rPr>
              <a:t>access</a:t>
            </a:r>
            <a:r>
              <a:rPr lang="en-US" spc="-90" dirty="0">
                <a:latin typeface="Tahoma"/>
                <a:cs typeface="Tahoma"/>
              </a:rPr>
              <a:t> </a:t>
            </a:r>
            <a:r>
              <a:rPr lang="en-US" spc="25" dirty="0">
                <a:latin typeface="Tahoma"/>
                <a:cs typeface="Tahoma"/>
              </a:rPr>
              <a:t>to</a:t>
            </a:r>
            <a:r>
              <a:rPr lang="en-US" spc="-95" dirty="0">
                <a:latin typeface="Tahoma"/>
                <a:cs typeface="Tahoma"/>
              </a:rPr>
              <a:t> </a:t>
            </a:r>
            <a:r>
              <a:rPr lang="en-US" spc="-320" dirty="0">
                <a:latin typeface="Tahoma"/>
                <a:cs typeface="Tahoma"/>
              </a:rPr>
              <a:t>.</a:t>
            </a:r>
            <a:endParaRPr lang="en-US" dirty="0">
              <a:latin typeface="Tahoma"/>
              <a:cs typeface="Tahoma"/>
            </a:endParaRPr>
          </a:p>
          <a:p>
            <a:pPr marL="286385" marR="5080" indent="-274320" algn="just">
              <a:lnSpc>
                <a:spcPts val="2380"/>
              </a:lnSpc>
              <a:spcBef>
                <a:spcPts val="515"/>
              </a:spcBef>
              <a:buClr>
                <a:srgbClr val="0AD0D9"/>
              </a:buClr>
              <a:buSzPct val="95454"/>
              <a:buFont typeface="Wingdings"/>
              <a:buChar char=""/>
              <a:tabLst>
                <a:tab pos="287020" algn="l"/>
              </a:tabLst>
            </a:pPr>
            <a:r>
              <a:rPr lang="en-US" spc="195" dirty="0">
                <a:latin typeface="Tahoma"/>
                <a:cs typeface="Tahoma"/>
              </a:rPr>
              <a:t>Au</a:t>
            </a:r>
            <a:r>
              <a:rPr lang="en-US" spc="-409" dirty="0">
                <a:latin typeface="Tahoma"/>
                <a:cs typeface="Tahoma"/>
              </a:rPr>
              <a:t> </a:t>
            </a:r>
            <a:r>
              <a:rPr lang="en-US" spc="-45" dirty="0">
                <a:latin typeface="Tahoma"/>
                <a:cs typeface="Tahoma"/>
              </a:rPr>
              <a:t>t</a:t>
            </a:r>
            <a:r>
              <a:rPr lang="en-US" spc="-415" dirty="0">
                <a:latin typeface="Tahoma"/>
                <a:cs typeface="Tahoma"/>
              </a:rPr>
              <a:t> </a:t>
            </a:r>
            <a:r>
              <a:rPr lang="en-US" spc="5" dirty="0">
                <a:latin typeface="Tahoma"/>
                <a:cs typeface="Tahoma"/>
              </a:rPr>
              <a:t>h</a:t>
            </a:r>
            <a:r>
              <a:rPr lang="en-US" spc="-409" dirty="0">
                <a:latin typeface="Tahoma"/>
                <a:cs typeface="Tahoma"/>
              </a:rPr>
              <a:t> </a:t>
            </a:r>
            <a:r>
              <a:rPr lang="en-US" spc="195" dirty="0">
                <a:latin typeface="Tahoma"/>
                <a:cs typeface="Tahoma"/>
              </a:rPr>
              <a:t>or</a:t>
            </a:r>
            <a:r>
              <a:rPr lang="en-US" spc="-409" dirty="0">
                <a:latin typeface="Tahoma"/>
                <a:cs typeface="Tahoma"/>
              </a:rPr>
              <a:t> </a:t>
            </a:r>
            <a:r>
              <a:rPr lang="en-US" spc="-55" dirty="0" err="1">
                <a:latin typeface="Tahoma"/>
                <a:cs typeface="Tahoma"/>
              </a:rPr>
              <a:t>i</a:t>
            </a:r>
            <a:r>
              <a:rPr lang="en-US" spc="-405" dirty="0">
                <a:latin typeface="Tahoma"/>
                <a:cs typeface="Tahoma"/>
              </a:rPr>
              <a:t> </a:t>
            </a:r>
            <a:r>
              <a:rPr lang="en-US" spc="245" dirty="0" err="1">
                <a:latin typeface="Tahoma"/>
                <a:cs typeface="Tahoma"/>
              </a:rPr>
              <a:t>zat</a:t>
            </a:r>
            <a:r>
              <a:rPr lang="en-US" spc="-409" dirty="0">
                <a:latin typeface="Tahoma"/>
                <a:cs typeface="Tahoma"/>
              </a:rPr>
              <a:t> </a:t>
            </a:r>
            <a:r>
              <a:rPr lang="en-US" spc="-55" dirty="0" err="1">
                <a:latin typeface="Tahoma"/>
                <a:cs typeface="Tahoma"/>
              </a:rPr>
              <a:t>i</a:t>
            </a:r>
            <a:r>
              <a:rPr lang="en-US" spc="-405" dirty="0">
                <a:latin typeface="Tahoma"/>
                <a:cs typeface="Tahoma"/>
              </a:rPr>
              <a:t> </a:t>
            </a:r>
            <a:r>
              <a:rPr lang="en-US" spc="200" dirty="0">
                <a:latin typeface="Tahoma"/>
                <a:cs typeface="Tahoma"/>
              </a:rPr>
              <a:t>on</a:t>
            </a:r>
            <a:r>
              <a:rPr lang="en-US" spc="470" dirty="0">
                <a:latin typeface="Tahoma"/>
                <a:cs typeface="Tahoma"/>
              </a:rPr>
              <a:t> </a:t>
            </a:r>
            <a:r>
              <a:rPr lang="en-US" spc="280" dirty="0">
                <a:latin typeface="Tahoma"/>
                <a:cs typeface="Tahoma"/>
              </a:rPr>
              <a:t>can</a:t>
            </a:r>
            <a:r>
              <a:rPr lang="en-US" spc="470" dirty="0">
                <a:latin typeface="Tahoma"/>
                <a:cs typeface="Tahoma"/>
              </a:rPr>
              <a:t> </a:t>
            </a:r>
            <a:r>
              <a:rPr lang="en-US" spc="204" dirty="0">
                <a:latin typeface="Tahoma"/>
                <a:cs typeface="Tahoma"/>
              </a:rPr>
              <a:t>be</a:t>
            </a:r>
            <a:r>
              <a:rPr lang="en-US" spc="465" dirty="0">
                <a:latin typeface="Tahoma"/>
                <a:cs typeface="Tahoma"/>
              </a:rPr>
              <a:t> </a:t>
            </a:r>
            <a:r>
              <a:rPr lang="en-US" spc="215" dirty="0">
                <a:latin typeface="Tahoma"/>
                <a:cs typeface="Tahoma"/>
              </a:rPr>
              <a:t>det</a:t>
            </a:r>
            <a:r>
              <a:rPr lang="en-US" spc="-409" dirty="0">
                <a:latin typeface="Tahoma"/>
                <a:cs typeface="Tahoma"/>
              </a:rPr>
              <a:t> </a:t>
            </a:r>
            <a:r>
              <a:rPr lang="en-US" spc="165" dirty="0">
                <a:latin typeface="Tahoma"/>
                <a:cs typeface="Tahoma"/>
              </a:rPr>
              <a:t>er</a:t>
            </a:r>
            <a:r>
              <a:rPr lang="en-US" spc="-405" dirty="0">
                <a:latin typeface="Tahoma"/>
                <a:cs typeface="Tahoma"/>
              </a:rPr>
              <a:t> </a:t>
            </a:r>
            <a:r>
              <a:rPr lang="en-US" spc="185" dirty="0">
                <a:latin typeface="Tahoma"/>
                <a:cs typeface="Tahoma"/>
              </a:rPr>
              <a:t>mi</a:t>
            </a:r>
            <a:r>
              <a:rPr lang="en-US" spc="-405" dirty="0">
                <a:latin typeface="Tahoma"/>
                <a:cs typeface="Tahoma"/>
              </a:rPr>
              <a:t> </a:t>
            </a:r>
            <a:r>
              <a:rPr lang="en-US" spc="25" dirty="0">
                <a:latin typeface="Tahoma"/>
                <a:cs typeface="Tahoma"/>
              </a:rPr>
              <a:t>n</a:t>
            </a:r>
            <a:r>
              <a:rPr lang="en-US" spc="-405" dirty="0">
                <a:latin typeface="Tahoma"/>
                <a:cs typeface="Tahoma"/>
              </a:rPr>
              <a:t> </a:t>
            </a:r>
            <a:r>
              <a:rPr lang="en-US" spc="204" dirty="0">
                <a:latin typeface="Tahoma"/>
                <a:cs typeface="Tahoma"/>
              </a:rPr>
              <a:t>ed</a:t>
            </a:r>
            <a:r>
              <a:rPr lang="en-US" spc="465" dirty="0">
                <a:latin typeface="Tahoma"/>
                <a:cs typeface="Tahoma"/>
              </a:rPr>
              <a:t> </a:t>
            </a:r>
            <a:r>
              <a:rPr lang="en-US" spc="-45" dirty="0">
                <a:latin typeface="Tahoma"/>
                <a:cs typeface="Tahoma"/>
              </a:rPr>
              <a:t>t</a:t>
            </a:r>
            <a:r>
              <a:rPr lang="en-US" spc="-405" dirty="0">
                <a:latin typeface="Tahoma"/>
                <a:cs typeface="Tahoma"/>
              </a:rPr>
              <a:t> </a:t>
            </a:r>
            <a:r>
              <a:rPr lang="en-US" spc="5" dirty="0">
                <a:latin typeface="Tahoma"/>
                <a:cs typeface="Tahoma"/>
              </a:rPr>
              <a:t>h</a:t>
            </a:r>
            <a:r>
              <a:rPr lang="en-US" spc="-409" dirty="0">
                <a:latin typeface="Tahoma"/>
                <a:cs typeface="Tahoma"/>
              </a:rPr>
              <a:t> </a:t>
            </a:r>
            <a:r>
              <a:rPr lang="en-US" spc="15" dirty="0">
                <a:latin typeface="Tahoma"/>
                <a:cs typeface="Tahoma"/>
              </a:rPr>
              <a:t>r</a:t>
            </a:r>
            <a:r>
              <a:rPr lang="en-US" spc="-409" dirty="0">
                <a:latin typeface="Tahoma"/>
                <a:cs typeface="Tahoma"/>
              </a:rPr>
              <a:t> </a:t>
            </a:r>
            <a:r>
              <a:rPr lang="en-US" spc="190" dirty="0" err="1">
                <a:latin typeface="Tahoma"/>
                <a:cs typeface="Tahoma"/>
              </a:rPr>
              <a:t>ou</a:t>
            </a:r>
            <a:r>
              <a:rPr lang="en-US" spc="-405" dirty="0">
                <a:latin typeface="Tahoma"/>
                <a:cs typeface="Tahoma"/>
              </a:rPr>
              <a:t> </a:t>
            </a:r>
            <a:r>
              <a:rPr lang="en-US" spc="210" dirty="0" err="1">
                <a:latin typeface="Tahoma"/>
                <a:cs typeface="Tahoma"/>
              </a:rPr>
              <a:t>gh</a:t>
            </a:r>
            <a:r>
              <a:rPr lang="en-US" spc="470" dirty="0">
                <a:latin typeface="Tahoma"/>
                <a:cs typeface="Tahoma"/>
              </a:rPr>
              <a:t> </a:t>
            </a:r>
            <a:r>
              <a:rPr lang="en-US" spc="-45" dirty="0">
                <a:latin typeface="Tahoma"/>
                <a:cs typeface="Tahoma"/>
              </a:rPr>
              <a:t>t</a:t>
            </a:r>
            <a:r>
              <a:rPr lang="en-US" spc="-409" dirty="0">
                <a:latin typeface="Tahoma"/>
                <a:cs typeface="Tahoma"/>
              </a:rPr>
              <a:t> </a:t>
            </a:r>
            <a:r>
              <a:rPr lang="en-US" spc="5" dirty="0">
                <a:latin typeface="Tahoma"/>
                <a:cs typeface="Tahoma"/>
              </a:rPr>
              <a:t>h</a:t>
            </a:r>
            <a:r>
              <a:rPr lang="en-US" spc="-409" dirty="0">
                <a:latin typeface="Tahoma"/>
                <a:cs typeface="Tahoma"/>
              </a:rPr>
              <a:t> </a:t>
            </a:r>
            <a:r>
              <a:rPr lang="en-US" spc="40" dirty="0">
                <a:latin typeface="Tahoma"/>
                <a:cs typeface="Tahoma"/>
              </a:rPr>
              <a:t>e</a:t>
            </a:r>
            <a:r>
              <a:rPr lang="en-US" spc="470" dirty="0">
                <a:latin typeface="Tahoma"/>
                <a:cs typeface="Tahoma"/>
              </a:rPr>
              <a:t> </a:t>
            </a:r>
            <a:r>
              <a:rPr lang="en-US" spc="5" dirty="0">
                <a:latin typeface="Tahoma"/>
                <a:cs typeface="Tahoma"/>
              </a:rPr>
              <a:t>u</a:t>
            </a:r>
            <a:r>
              <a:rPr lang="en-US" spc="-405" dirty="0">
                <a:latin typeface="Tahoma"/>
                <a:cs typeface="Tahoma"/>
              </a:rPr>
              <a:t> </a:t>
            </a:r>
            <a:r>
              <a:rPr lang="en-US" spc="180" dirty="0">
                <a:latin typeface="Tahoma"/>
                <a:cs typeface="Tahoma"/>
              </a:rPr>
              <a:t>se </a:t>
            </a:r>
            <a:r>
              <a:rPr lang="en-US" spc="-680" dirty="0">
                <a:latin typeface="Tahoma"/>
                <a:cs typeface="Tahoma"/>
              </a:rPr>
              <a:t> </a:t>
            </a:r>
            <a:r>
              <a:rPr lang="en-US" spc="114" dirty="0">
                <a:latin typeface="Tahoma"/>
                <a:cs typeface="Tahoma"/>
              </a:rPr>
              <a:t>of </a:t>
            </a:r>
            <a:r>
              <a:rPr lang="en-US" spc="125" dirty="0">
                <a:latin typeface="Tahoma"/>
                <a:cs typeface="Tahoma"/>
              </a:rPr>
              <a:t>policies </a:t>
            </a:r>
            <a:r>
              <a:rPr lang="en-US" spc="160" dirty="0">
                <a:latin typeface="Tahoma"/>
                <a:cs typeface="Tahoma"/>
              </a:rPr>
              <a:t>and </a:t>
            </a:r>
            <a:r>
              <a:rPr lang="en-US" spc="50" dirty="0">
                <a:latin typeface="Tahoma"/>
                <a:cs typeface="Tahoma"/>
              </a:rPr>
              <a:t>rules, </a:t>
            </a:r>
            <a:r>
              <a:rPr lang="en-US" spc="100" dirty="0">
                <a:latin typeface="Tahoma"/>
                <a:cs typeface="Tahoma"/>
              </a:rPr>
              <a:t>which </a:t>
            </a:r>
            <a:r>
              <a:rPr lang="en-US" spc="170" dirty="0">
                <a:latin typeface="Tahoma"/>
                <a:cs typeface="Tahoma"/>
              </a:rPr>
              <a:t>can </a:t>
            </a:r>
            <a:r>
              <a:rPr lang="en-US" spc="120" dirty="0">
                <a:latin typeface="Tahoma"/>
                <a:cs typeface="Tahoma"/>
              </a:rPr>
              <a:t>be </a:t>
            </a:r>
            <a:r>
              <a:rPr lang="en-US" spc="125" dirty="0">
                <a:latin typeface="Tahoma"/>
                <a:cs typeface="Tahoma"/>
              </a:rPr>
              <a:t>used </a:t>
            </a:r>
            <a:r>
              <a:rPr lang="en-US" spc="60" dirty="0">
                <a:latin typeface="Tahoma"/>
                <a:cs typeface="Tahoma"/>
              </a:rPr>
              <a:t>with </a:t>
            </a:r>
            <a:r>
              <a:rPr lang="en-US" spc="130" dirty="0">
                <a:latin typeface="Tahoma"/>
                <a:cs typeface="Tahoma"/>
              </a:rPr>
              <a:t>Role </a:t>
            </a:r>
            <a:r>
              <a:rPr lang="en-US" spc="175" dirty="0">
                <a:latin typeface="Tahoma"/>
                <a:cs typeface="Tahoma"/>
              </a:rPr>
              <a:t>Based </a:t>
            </a:r>
            <a:r>
              <a:rPr lang="en-US" spc="-675" dirty="0">
                <a:latin typeface="Tahoma"/>
                <a:cs typeface="Tahoma"/>
              </a:rPr>
              <a:t> </a:t>
            </a:r>
            <a:r>
              <a:rPr lang="en-US" spc="75" dirty="0">
                <a:latin typeface="Tahoma"/>
                <a:cs typeface="Tahoma"/>
              </a:rPr>
              <a:t>Access</a:t>
            </a:r>
            <a:r>
              <a:rPr lang="en-US" spc="-95" dirty="0">
                <a:latin typeface="Tahoma"/>
                <a:cs typeface="Tahoma"/>
              </a:rPr>
              <a:t> </a:t>
            </a:r>
            <a:r>
              <a:rPr lang="en-US" spc="30" dirty="0">
                <a:latin typeface="Tahoma"/>
                <a:cs typeface="Tahoma"/>
              </a:rPr>
              <a:t>Control(RBAC).</a:t>
            </a:r>
            <a:endParaRPr lang="en-US" dirty="0">
              <a:latin typeface="Tahoma"/>
              <a:cs typeface="Tahoma"/>
            </a:endParaRPr>
          </a:p>
          <a:p>
            <a:endParaRPr lang="en-US" dirty="0"/>
          </a:p>
        </p:txBody>
      </p:sp>
    </p:spTree>
    <p:extLst>
      <p:ext uri="{BB962C8B-B14F-4D97-AF65-F5344CB8AC3E}">
        <p14:creationId xmlns:p14="http://schemas.microsoft.com/office/powerpoint/2010/main" val="376006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85274-5E8C-FEED-BA74-D3E1FDCA841D}"/>
              </a:ext>
            </a:extLst>
          </p:cNvPr>
          <p:cNvSpPr>
            <a:spLocks noGrp="1"/>
          </p:cNvSpPr>
          <p:nvPr>
            <p:ph type="title"/>
          </p:nvPr>
        </p:nvSpPr>
        <p:spPr/>
        <p:txBody>
          <a:bodyPr/>
          <a:lstStyle/>
          <a:p>
            <a:r>
              <a:rPr lang="en-US" b="1" dirty="0"/>
              <a:t>Program Threats</a:t>
            </a:r>
          </a:p>
        </p:txBody>
      </p:sp>
      <p:sp>
        <p:nvSpPr>
          <p:cNvPr id="3" name="Content Placeholder 2">
            <a:extLst>
              <a:ext uri="{FF2B5EF4-FFF2-40B4-BE49-F238E27FC236}">
                <a16:creationId xmlns:a16="http://schemas.microsoft.com/office/drawing/2014/main" id="{222167D3-9843-8CCF-32A9-8A9D5AF31DD0}"/>
              </a:ext>
            </a:extLst>
          </p:cNvPr>
          <p:cNvSpPr>
            <a:spLocks noGrp="1"/>
          </p:cNvSpPr>
          <p:nvPr>
            <p:ph idx="1"/>
          </p:nvPr>
        </p:nvSpPr>
        <p:spPr/>
        <p:txBody>
          <a:bodyPr>
            <a:normAutofit fontScale="85000" lnSpcReduction="20000"/>
          </a:bodyPr>
          <a:lstStyle/>
          <a:p>
            <a:pPr algn="just"/>
            <a:r>
              <a:rPr lang="en-US" dirty="0"/>
              <a:t>Program threats in operating systems are malicious activities initiated by user programs to cause harm, steal information, or gain unauthorized access. Common types of program threats include:</a:t>
            </a:r>
          </a:p>
          <a:p>
            <a:pPr algn="just"/>
            <a:r>
              <a:rPr lang="en-US" dirty="0"/>
              <a:t>Virus: Self-replicating code that attaches to executable files, spreading and potentially destroying or corrupting files and system data.</a:t>
            </a:r>
          </a:p>
          <a:p>
            <a:pPr algn="just"/>
            <a:r>
              <a:rPr lang="en-US" dirty="0"/>
              <a:t>Trojan Horse: Malicious programs disguised as legitimate software, which can steal user credentials or provide unauthorized control over the system.</a:t>
            </a:r>
          </a:p>
          <a:p>
            <a:pPr algn="just"/>
            <a:r>
              <a:rPr lang="en-US" dirty="0"/>
              <a:t>Trap Door (Backdoor): Hidden security holes in programs that allow unauthorized access or actions without the user's knowledge.</a:t>
            </a:r>
          </a:p>
          <a:p>
            <a:pPr algn="just"/>
            <a:r>
              <a:rPr lang="en-US" dirty="0"/>
              <a:t>Logic Bomb: Malicious code embedded in a program that activates under certain conditions, causing damage or unauthorized activities.</a:t>
            </a:r>
          </a:p>
          <a:p>
            <a:pPr algn="just"/>
            <a:r>
              <a:rPr lang="en-US" dirty="0"/>
              <a:t>Stack and Buffer Overflow: Exploiting memory handling vulnerabilities where more data is written to a buffer than it can hold, enabling attackers to execute arbitrary code or crash the system.</a:t>
            </a:r>
          </a:p>
          <a:p>
            <a:pPr algn="just"/>
            <a:endParaRPr lang="en-US" dirty="0"/>
          </a:p>
        </p:txBody>
      </p:sp>
    </p:spTree>
    <p:extLst>
      <p:ext uri="{BB962C8B-B14F-4D97-AF65-F5344CB8AC3E}">
        <p14:creationId xmlns:p14="http://schemas.microsoft.com/office/powerpoint/2010/main" val="301666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26058-B26F-5958-69E2-3D8010EAC2B4}"/>
              </a:ext>
            </a:extLst>
          </p:cNvPr>
          <p:cNvSpPr>
            <a:spLocks noGrp="1"/>
          </p:cNvSpPr>
          <p:nvPr>
            <p:ph type="title"/>
          </p:nvPr>
        </p:nvSpPr>
        <p:spPr/>
        <p:txBody>
          <a:bodyPr/>
          <a:lstStyle/>
          <a:p>
            <a:r>
              <a:rPr lang="en-US" b="1" dirty="0"/>
              <a:t>System Threats</a:t>
            </a:r>
          </a:p>
        </p:txBody>
      </p:sp>
      <p:sp>
        <p:nvSpPr>
          <p:cNvPr id="3" name="Content Placeholder 2">
            <a:extLst>
              <a:ext uri="{FF2B5EF4-FFF2-40B4-BE49-F238E27FC236}">
                <a16:creationId xmlns:a16="http://schemas.microsoft.com/office/drawing/2014/main" id="{EE55F4D5-526B-4876-CE3B-54398827CDFD}"/>
              </a:ext>
            </a:extLst>
          </p:cNvPr>
          <p:cNvSpPr>
            <a:spLocks noGrp="1"/>
          </p:cNvSpPr>
          <p:nvPr>
            <p:ph idx="1"/>
          </p:nvPr>
        </p:nvSpPr>
        <p:spPr/>
        <p:txBody>
          <a:bodyPr>
            <a:normAutofit fontScale="70000" lnSpcReduction="20000"/>
          </a:bodyPr>
          <a:lstStyle/>
          <a:p>
            <a:pPr algn="just"/>
            <a:r>
              <a:rPr lang="en-US" dirty="0"/>
              <a:t>System threats in operating systems refer to attacks and misuse that exploit system services and resources, often causing disruption, unauthorized access, or resource abuse. These threats differ from program threats as they mainly target system functionalities and network interactions.</a:t>
            </a:r>
          </a:p>
          <a:p>
            <a:pPr algn="just"/>
            <a:r>
              <a:rPr lang="en-US" dirty="0"/>
              <a:t>Common system threats include:</a:t>
            </a:r>
          </a:p>
          <a:p>
            <a:pPr algn="just"/>
            <a:r>
              <a:rPr lang="en-US" dirty="0"/>
              <a:t>Worm: A self-replicating program that spreads over a network (especially LANs), consuming system resources by creating copies of itself recursively, which can degrade system performance.</a:t>
            </a:r>
          </a:p>
          <a:p>
            <a:pPr algn="just"/>
            <a:r>
              <a:rPr lang="en-US" dirty="0"/>
              <a:t>Port Scanning: A technique used by attackers to probe a system’s network ports to find vulnerabilities for exploiting access points.</a:t>
            </a:r>
          </a:p>
          <a:p>
            <a:pPr algn="just"/>
            <a:r>
              <a:rPr lang="en-US" dirty="0"/>
              <a:t>Denial of Service (DoS) Attack: An attack aimed at making a system or network resource unavailable to legitimate users by exhausting system resources or disrupting network connections. This can use up CPU time or flood network bandwidth.</a:t>
            </a:r>
          </a:p>
          <a:p>
            <a:pPr algn="just"/>
            <a:r>
              <a:rPr lang="en-US" dirty="0"/>
              <a:t>Theft of Service: Unauthorized use of system resources such as CPU cycles or network bandwidth, often by running unauthorized processes.</a:t>
            </a:r>
          </a:p>
          <a:p>
            <a:pPr algn="just"/>
            <a:r>
              <a:rPr lang="en-US" dirty="0"/>
              <a:t>Network Intrusion: Unauthorized access or malicious activity on the network that can lead to data theft, system compromise, or service disruptions.</a:t>
            </a:r>
          </a:p>
          <a:p>
            <a:pPr algn="just"/>
            <a:endParaRPr lang="en-US" dirty="0"/>
          </a:p>
        </p:txBody>
      </p:sp>
    </p:spTree>
    <p:extLst>
      <p:ext uri="{BB962C8B-B14F-4D97-AF65-F5344CB8AC3E}">
        <p14:creationId xmlns:p14="http://schemas.microsoft.com/office/powerpoint/2010/main" val="901674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42687-D0F9-86E5-BA5A-04B572E1A171}"/>
              </a:ext>
            </a:extLst>
          </p:cNvPr>
          <p:cNvSpPr>
            <a:spLocks noGrp="1"/>
          </p:cNvSpPr>
          <p:nvPr>
            <p:ph type="title"/>
          </p:nvPr>
        </p:nvSpPr>
        <p:spPr/>
        <p:txBody>
          <a:bodyPr/>
          <a:lstStyle/>
          <a:p>
            <a:r>
              <a:rPr lang="en-US" b="1" dirty="0"/>
              <a:t>How to protect against a computer virus</a:t>
            </a:r>
          </a:p>
        </p:txBody>
      </p:sp>
      <p:sp>
        <p:nvSpPr>
          <p:cNvPr id="3" name="Content Placeholder 2">
            <a:extLst>
              <a:ext uri="{FF2B5EF4-FFF2-40B4-BE49-F238E27FC236}">
                <a16:creationId xmlns:a16="http://schemas.microsoft.com/office/drawing/2014/main" id="{9098F5A7-74D4-4CF0-B6EC-5BA8BEE1EABA}"/>
              </a:ext>
            </a:extLst>
          </p:cNvPr>
          <p:cNvSpPr>
            <a:spLocks noGrp="1"/>
          </p:cNvSpPr>
          <p:nvPr>
            <p:ph idx="1"/>
          </p:nvPr>
        </p:nvSpPr>
        <p:spPr/>
        <p:txBody>
          <a:bodyPr>
            <a:normAutofit fontScale="92500" lnSpcReduction="10000"/>
          </a:bodyPr>
          <a:lstStyle/>
          <a:p>
            <a:pPr algn="just"/>
            <a:r>
              <a:rPr lang="en-US" dirty="0"/>
              <a:t>Use Anti-Malware Software: Install reputable antivirus or anti-malware software and keep it up to date. This software detects, quarantines, and removes viruses before they can cause harm.</a:t>
            </a:r>
          </a:p>
          <a:p>
            <a:pPr algn="just"/>
            <a:r>
              <a:rPr lang="en-US" dirty="0"/>
              <a:t>Keep Systems Updated: Regularly update your operating system, software, and antivirus definitions to patch security vulnerabilities that viruses can exploit.</a:t>
            </a:r>
          </a:p>
          <a:p>
            <a:pPr algn="just"/>
            <a:r>
              <a:rPr lang="en-US" dirty="0"/>
              <a:t>Be Cautious with Email and Downloads: Avoid opening email attachments or clicking links from unknown or suspicious sources. Only download software from trusted and official websites.</a:t>
            </a:r>
          </a:p>
          <a:p>
            <a:pPr algn="just"/>
            <a:r>
              <a:rPr lang="en-US" dirty="0"/>
              <a:t>Use a Firewall: Enable and configure a firewall to block unauthorized access and suspicious network traffic.</a:t>
            </a:r>
          </a:p>
          <a:p>
            <a:pPr algn="just"/>
            <a:endParaRPr lang="en-US" dirty="0"/>
          </a:p>
        </p:txBody>
      </p:sp>
    </p:spTree>
    <p:extLst>
      <p:ext uri="{BB962C8B-B14F-4D97-AF65-F5344CB8AC3E}">
        <p14:creationId xmlns:p14="http://schemas.microsoft.com/office/powerpoint/2010/main" val="2419399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A2AEE-30CD-1D7F-C1D3-57F7370B8AFA}"/>
              </a:ext>
            </a:extLst>
          </p:cNvPr>
          <p:cNvSpPr>
            <a:spLocks noGrp="1"/>
          </p:cNvSpPr>
          <p:nvPr>
            <p:ph type="title"/>
          </p:nvPr>
        </p:nvSpPr>
        <p:spPr/>
        <p:txBody>
          <a:bodyPr/>
          <a:lstStyle/>
          <a:p>
            <a:r>
              <a:rPr lang="en-US" b="1" dirty="0"/>
              <a:t>How to protect against a computer virus</a:t>
            </a:r>
            <a:endParaRPr lang="en-US" dirty="0"/>
          </a:p>
        </p:txBody>
      </p:sp>
      <p:sp>
        <p:nvSpPr>
          <p:cNvPr id="3" name="Content Placeholder 2">
            <a:extLst>
              <a:ext uri="{FF2B5EF4-FFF2-40B4-BE49-F238E27FC236}">
                <a16:creationId xmlns:a16="http://schemas.microsoft.com/office/drawing/2014/main" id="{D5083E45-F32A-EFBC-7B6A-467B93DAAB9D}"/>
              </a:ext>
            </a:extLst>
          </p:cNvPr>
          <p:cNvSpPr>
            <a:spLocks noGrp="1"/>
          </p:cNvSpPr>
          <p:nvPr>
            <p:ph idx="1"/>
          </p:nvPr>
        </p:nvSpPr>
        <p:spPr/>
        <p:txBody>
          <a:bodyPr>
            <a:normAutofit lnSpcReduction="10000"/>
          </a:bodyPr>
          <a:lstStyle/>
          <a:p>
            <a:pPr algn="just"/>
            <a:r>
              <a:rPr lang="en-US" dirty="0"/>
              <a:t>Regular Backups: Frequently back up important files to external drives or cloud storage to recover data in case of infection.</a:t>
            </a:r>
          </a:p>
          <a:p>
            <a:pPr algn="just"/>
            <a:r>
              <a:rPr lang="en-US" dirty="0"/>
              <a:t>Disable Auto-Run: Turn off auto-run features that automatically execute files from external devices to prevent spreading infections.</a:t>
            </a:r>
          </a:p>
          <a:p>
            <a:pPr algn="just"/>
            <a:r>
              <a:rPr lang="en-US" dirty="0"/>
              <a:t>Avoid Suspicious Websites and Pop-ups: Use pop-up blockers and avoid visiting unsafe websites that may harbor malware.</a:t>
            </a:r>
          </a:p>
          <a:p>
            <a:pPr algn="just"/>
            <a:r>
              <a:rPr lang="en-US" dirty="0"/>
              <a:t>Minimize Admin Rights: Use non-administrator accounts for routine activities to limit the potential damage of malware infections.</a:t>
            </a:r>
          </a:p>
          <a:p>
            <a:pPr algn="just"/>
            <a:r>
              <a:rPr lang="en-US" dirty="0"/>
              <a:t>Run Regular Scans: Schedule periodic full system scans with your antivirus program to detect hidden threats.</a:t>
            </a:r>
          </a:p>
          <a:p>
            <a:pPr algn="just"/>
            <a:endParaRPr lang="en-US" dirty="0"/>
          </a:p>
        </p:txBody>
      </p:sp>
    </p:spTree>
    <p:extLst>
      <p:ext uri="{BB962C8B-B14F-4D97-AF65-F5344CB8AC3E}">
        <p14:creationId xmlns:p14="http://schemas.microsoft.com/office/powerpoint/2010/main" val="3152040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1795</Words>
  <Application>Microsoft Office PowerPoint</Application>
  <PresentationFormat>Widescreen</PresentationFormat>
  <Paragraphs>119</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Chapter 8</vt:lpstr>
      <vt:lpstr>Introduction</vt:lpstr>
      <vt:lpstr>Security Problem</vt:lpstr>
      <vt:lpstr>Security Problem</vt:lpstr>
      <vt:lpstr>Password Vulnerabilities</vt:lpstr>
      <vt:lpstr>Password Vulnerabilities</vt:lpstr>
      <vt:lpstr>2) Technical vulnerabilities </vt:lpstr>
      <vt:lpstr>Password Encryption</vt:lpstr>
      <vt:lpstr>Password Encryption</vt:lpstr>
      <vt:lpstr>PowerPoint Presentation</vt:lpstr>
      <vt:lpstr>PowerPoint Presentation</vt:lpstr>
      <vt:lpstr>Biometric Password</vt:lpstr>
      <vt:lpstr>Biometric Password</vt:lpstr>
      <vt:lpstr>Disadvantages of Biometric password</vt:lpstr>
      <vt:lpstr>Advantages of Biometric password </vt:lpstr>
      <vt:lpstr>Disadvantages of Biometric Password</vt:lpstr>
      <vt:lpstr>User Authorization</vt:lpstr>
      <vt:lpstr>Program Threats</vt:lpstr>
      <vt:lpstr>System Threats</vt:lpstr>
      <vt:lpstr>How to protect against a computer virus</vt:lpstr>
      <vt:lpstr>How to protect against a computer virus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abita kunwar</dc:creator>
  <cp:lastModifiedBy>Manoj Giri</cp:lastModifiedBy>
  <cp:revision>54</cp:revision>
  <dcterms:created xsi:type="dcterms:W3CDTF">2025-09-07T13:42:40Z</dcterms:created>
  <dcterms:modified xsi:type="dcterms:W3CDTF">2025-11-17T23:59:54Z</dcterms:modified>
</cp:coreProperties>
</file>