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2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4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1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04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0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9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9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05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3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4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4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3D9FA-8B06-4C06-8296-A5EEFDCDC0C1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6D620-EC0F-4590-BE96-FECFE7370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5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1523999"/>
          </a:xfrm>
        </p:spPr>
        <p:txBody>
          <a:bodyPr/>
          <a:lstStyle/>
          <a:p>
            <a:r>
              <a:rPr lang="en-US" dirty="0" smtClean="0"/>
              <a:t>Linear search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52600"/>
            <a:ext cx="6400800" cy="38862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/>
              <a:t>Linear search is a very simple search algorithm. In this type of search, a sequential search is made over all items one by one. Every item is checked and if a match is found then that particular item is returned, otherwise the search continues till the end of the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242255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search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400"/>
            <a:ext cx="8037642" cy="313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30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534399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904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search is a fast search algorithm with run-time complexity of Ο(log n).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search algorithm works on the principle of divide and conquer.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this algorithm to work properly, the data collection should be in the sorted form.</a:t>
            </a:r>
          </a:p>
        </p:txBody>
      </p:sp>
    </p:spTree>
    <p:extLst>
      <p:ext uri="{BB962C8B-B14F-4D97-AF65-F5344CB8AC3E}">
        <p14:creationId xmlns:p14="http://schemas.microsoft.com/office/powerpoint/2010/main" val="162859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Binary search looks for a particular item by comparing the middle most item of the collection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a match occurs, then the index of item is returned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the middle item is greater than the item, then the item is searched in the sub-array to the left of the middle item. </a:t>
            </a:r>
            <a:endParaRPr lang="en-US" dirty="0" smtClean="0"/>
          </a:p>
          <a:p>
            <a:r>
              <a:rPr lang="en-US" dirty="0" smtClean="0"/>
              <a:t>Otherwise</a:t>
            </a:r>
            <a:r>
              <a:rPr lang="en-US" dirty="0"/>
              <a:t>, the item is searched for in the sub-array to the right of the middle item.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process continues on the sub-array as well until the size of the </a:t>
            </a:r>
            <a:r>
              <a:rPr lang="en-US" dirty="0" err="1"/>
              <a:t>subarray</a:t>
            </a:r>
            <a:r>
              <a:rPr lang="en-US" dirty="0"/>
              <a:t> reduces to zero.</a:t>
            </a:r>
          </a:p>
        </p:txBody>
      </p:sp>
    </p:spTree>
    <p:extLst>
      <p:ext uri="{BB962C8B-B14F-4D97-AF65-F5344CB8AC3E}">
        <p14:creationId xmlns:p14="http://schemas.microsoft.com/office/powerpoint/2010/main" val="228453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7315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691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056378" cy="566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687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searching techniques are applicable to a number of places in today’s world, may it be Internet, search engines, on line enquiry, text pattern matching, finding a record from database, etc.</a:t>
            </a:r>
          </a:p>
          <a:p>
            <a:r>
              <a:rPr lang="en-US" dirty="0" smtClean="0"/>
              <a:t> The most important application of searching is to track a particular record from a large file, efficiently and faster.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0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21737</TotalTime>
  <Words>259</Words>
  <Application>Microsoft Office PowerPoint</Application>
  <PresentationFormat>On-screen Show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Linear search</vt:lpstr>
      <vt:lpstr>Linear search</vt:lpstr>
      <vt:lpstr>PowerPoint Presentation</vt:lpstr>
      <vt:lpstr>Binary search</vt:lpstr>
      <vt:lpstr>PowerPoint Presentation</vt:lpstr>
      <vt:lpstr>PowerPoint Presentation</vt:lpstr>
      <vt:lpstr>PowerPoint Presentation</vt:lpstr>
      <vt:lpstr>APPLICATIONS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search</dc:title>
  <dc:creator>suzan</dc:creator>
  <cp:lastModifiedBy>suzan</cp:lastModifiedBy>
  <cp:revision>7</cp:revision>
  <dcterms:created xsi:type="dcterms:W3CDTF">2019-08-26T05:10:01Z</dcterms:created>
  <dcterms:modified xsi:type="dcterms:W3CDTF">2022-07-30T12:34:39Z</dcterms:modified>
</cp:coreProperties>
</file>